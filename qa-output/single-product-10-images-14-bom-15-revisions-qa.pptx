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MASTER_SLID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项目说明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项目基本信息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0408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项目编号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QA-001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产品媒体与 BOM 分页验收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项目日期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项目说明（续）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工位清单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工位清单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2331720"/>
                <a:gridCol w="1143000"/>
                <a:gridCol w="1188720"/>
                <a:gridCol w="1051560"/>
                <a:gridCol w="8686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工站号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设计负责人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工位节拍(s)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WS-10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单产品十图与十四条 BOM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inspection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变更履历 (1/2)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变更表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82396"/>
          <a:ext cx="841248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777240"/>
                <a:gridCol w="3291840"/>
                <a:gridCol w="1600200"/>
                <a:gridCol w="109728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发行/变更描述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客户规格书版本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发行/变更人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变更履历 (2/2)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变更表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4692"/>
          <a:ext cx="841248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777240"/>
                <a:gridCol w="3291840"/>
                <a:gridCol w="1600200"/>
                <a:gridCol w="109728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发行/变更描述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客户规格书版本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发行/变更人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11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13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14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分页验收变更记录 15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2026-07-23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 QA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模块快速定位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点击模块名称可跳转到对应光学方案页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当前项目暂无模块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技术要求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411480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工位编号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WS-10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工位名称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单产品十图与十四条 BOM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设计负责人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inspection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工位节拍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s/pcs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精度要求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产品尺寸（1款）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 A: 100 × 100 × 50 mm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0" y="1783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【检测项】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83280"/>
          <a:ext cx="4114800" cy="283464"/>
        </p:xfrm>
        <a:graphic>
          <a:graphicData uri="http://schemas.openxmlformats.org/drawingml/2006/table">
            <a:tbl>
              <a:tblPr/>
              <a:tblGrid>
                <a:gridCol w="411480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663440" y="3108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【检测内容】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383280"/>
          <a:ext cx="4114800" cy="411480"/>
        </p:xfrm>
        <a:graphic>
          <a:graphicData uri="http://schemas.openxmlformats.org/drawingml/2006/table">
            <a:tbl>
              <a:tblPr/>
              <a:tblGrid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产品示意图（1/10）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single-product-01.png · 已标注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第一张图片已标注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#1 检测区域；#2 基准边；#3 压合面；另 1 项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产品示意图（2/10）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single-product-02.png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产品示意图（3/10）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single-product-03.png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产品示意图（4/10）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single-product-04.png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产品示意图（5/10）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single-product-05.png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产品示意图（6/10）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single-product-06.png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产品示意图（7/10）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single-product-07.png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产品示意图（8/10）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single-product-08.png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产品示意图（9/10）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single-product-09.png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产品示意图（10/10）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138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尺寸: 100 × 100 × 50 mm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45820" y="1115568"/>
            <a:ext cx="7452360" cy="2898648"/>
          </a:xfrm>
          <a:prstGeom prst="rect">
            <a:avLst/>
          </a:prstGeom>
          <a:solidFill>
            <a:srgbClr val="F8FAFC"/>
          </a:solidFill>
          <a:ln w="7620">
            <a:solidFill>
              <a:srgbClr val="E6E6E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8014" y="1115568"/>
            <a:ext cx="4347972" cy="2898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" y="4087368"/>
            <a:ext cx="7452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single-product-10.png · 未标注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 - 机械布局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937760" cy="384048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560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主视图 (正视图) 未保存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663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主视图 - 正视图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94960" y="777240"/>
            <a:ext cx="3291840" cy="256032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辅视图 (侧视图)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94960" y="33558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辅视图 - 侧视图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394960" y="3566160"/>
            <a:ext cx="3291840" cy="1097280"/>
          </a:xfrm>
          <a:prstGeom prst="rect">
            <a:avLst/>
          </a:prstGeom>
          <a:solidFill>
            <a:srgbClr val="F8F9FA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布局说明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38404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（未填写布局说明）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BOM清单 (1/2)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9718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00400"/>
                <a:gridCol w="731520"/>
                <a:gridCol w="2377440"/>
              </a:tblGrid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LIGHT-01-240X320-50MM-24V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LIGHT-04-240X320-50MM-24V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LIGHT-07-240X320-50MM-24V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LIGHT-09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LIGHT-10-240X320-50MM-24V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WS-10 单产品十图与十四条 BOM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BOM清单 (2/2)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536192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3200400"/>
                <a:gridCol w="731520"/>
                <a:gridCol w="2377440"/>
              </a:tblGrid>
              <a:tr h="3072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设备名称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LIGHT-11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LIGHT-12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LIGHT-13-240X320-50MM-24V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2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LED光源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 LIGHT-14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硬件清单汇总 (1/2)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设备清单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1097280"/>
                <a:gridCol w="1828800"/>
                <a:gridCol w="54864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LIGHT-01-240X320-50MM-24V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LIGHT-04-240X320-50MM-24V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LIGHT-07-240X320-50MM-24V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硬件清单汇总 (2/2)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5029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设备清单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1097280"/>
                <a:gridCol w="1828800"/>
                <a:gridCol w="54864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设备类型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型号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LIGHT-09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LIGHT-10-240X320-50MM-24V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LIGHT-13-240X320-50MM-24V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光源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LIGHT-14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14台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苏州德星云智能装备有限公司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产品媒体与 BOM 分页验收 - 视觉系统方案</dc:title>
  <dc:subject>机器视觉系统技术方案</dc:subject>
  <dc:creator>Codex QA</dc:creator>
  <cp:lastModifiedBy>Codex QA</cp:lastModifiedBy>
  <cp:revision>1</cp:revision>
  <dcterms:created xsi:type="dcterms:W3CDTF">2026-08-22T07:42:22Z</dcterms:created>
  <dcterms:modified xsi:type="dcterms:W3CDTF">2026-08-22T07:42:22Z</dcterms:modified>
</cp:coreProperties>
</file>