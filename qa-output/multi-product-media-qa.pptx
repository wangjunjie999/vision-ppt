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MASTER_SLIDE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项目说明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5029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项目基本信息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704088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项目编号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QA-002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项目名称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多产品媒体隔离验收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客户名称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QA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负责人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Codex QA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项目日期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2026-07-23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项目说明（续）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5029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工位清单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工位清单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15568"/>
          <a:ext cx="84124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097280"/>
                <a:gridCol w="2331720"/>
                <a:gridCol w="1143000"/>
                <a:gridCol w="1188720"/>
                <a:gridCol w="1051560"/>
                <a:gridCol w="8686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工站号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名称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设计负责人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类型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工位节拍(s)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模块数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WS-MULTI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多产品图片分页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inspection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变更履历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5029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变更表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93876"/>
          <a:ext cx="841248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777240"/>
                <a:gridCol w="3291840"/>
                <a:gridCol w="1600200"/>
                <a:gridCol w="1097280"/>
                <a:gridCol w="10515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版本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发行/变更描述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客户规格书版本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发行/变更人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V1.0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原始版本发行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2026-07-23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Codex QA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5029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模块快速定位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点击模块名称可跳转到对应光学方案页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当前项目暂无模块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WS-MULTI 多产品图片分页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5029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技术要求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4114800" cy="1828800"/>
        </p:xfrm>
        <a:graphic>
          <a:graphicData uri="http://schemas.openxmlformats.org/drawingml/2006/table">
            <a:tbl>
              <a:tblPr/>
              <a:tblGrid>
                <a:gridCol w="1097280"/>
                <a:gridCol w="301752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工位编号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WS-MULTI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工位名称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多产品图片分页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设计负责人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工位类型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inspection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工位节拍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s/pcs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精度要求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产品尺寸（3款）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 Alpha: 100 × 100 × 50 mm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空产品（应跳过）: 100 × 100 × 50 mm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 Beta: 100 × 100 × 50 mm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663440" y="1005840"/>
            <a:ext cx="4114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0" y="17830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备注: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" y="31089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【检测项】</a:t>
            </a:r>
            <a:endParaRPr lang="en-US" sz="10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383280"/>
          <a:ext cx="4114800" cy="283464"/>
        </p:xfrm>
        <a:graphic>
          <a:graphicData uri="http://schemas.openxmlformats.org/drawingml/2006/table">
            <a:tbl>
              <a:tblPr/>
              <a:tblGrid>
                <a:gridCol w="4114800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663440" y="31089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【检测内容】</a:t>
            </a:r>
            <a:endParaRPr lang="en-US" sz="10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3383280"/>
          <a:ext cx="4114800" cy="411480"/>
        </p:xfrm>
        <a:graphic>
          <a:graphicData uri="http://schemas.openxmlformats.org/drawingml/2006/table">
            <a:tbl>
              <a:tblPr/>
              <a:tblGrid>
                <a:gridCol w="4114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WS-MULTI 多产品图片分页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5029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产品示意图-产品1（1/3）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877824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 Alpha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877824"/>
            <a:ext cx="8138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尺寸: 100 × 100 × 50 mm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45820" y="1115568"/>
            <a:ext cx="7452360" cy="2898648"/>
          </a:xfrm>
          <a:prstGeom prst="rect">
            <a:avLst/>
          </a:prstGeom>
          <a:solidFill>
            <a:srgbClr val="F8FAFC"/>
          </a:solidFill>
          <a:ln w="7620">
            <a:solidFill>
              <a:srgbClr val="E6E6E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8014" y="1115568"/>
            <a:ext cx="4347972" cy="28986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5820" y="4087368"/>
            <a:ext cx="74523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alpha-1.png · 未标注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WS-MULTI 多产品图片分页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5029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产品示意图-产品1（2/3）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877824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 Alpha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877824"/>
            <a:ext cx="8138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尺寸: 100 × 100 × 50 mm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45820" y="1115568"/>
            <a:ext cx="7452360" cy="2898648"/>
          </a:xfrm>
          <a:prstGeom prst="rect">
            <a:avLst/>
          </a:prstGeom>
          <a:solidFill>
            <a:srgbClr val="F8FAFC"/>
          </a:solidFill>
          <a:ln w="7620">
            <a:solidFill>
              <a:srgbClr val="E6E6E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8014" y="1115568"/>
            <a:ext cx="4347972" cy="28986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5820" y="4087368"/>
            <a:ext cx="74523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alpha-2.png · 未标注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WS-MULTI 多产品图片分页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5029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产品示意图-产品1（3/3）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877824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 Alpha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877824"/>
            <a:ext cx="8138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尺寸: 100 × 100 × 50 mm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45820" y="1115568"/>
            <a:ext cx="7452360" cy="2898648"/>
          </a:xfrm>
          <a:prstGeom prst="rect">
            <a:avLst/>
          </a:prstGeom>
          <a:solidFill>
            <a:srgbClr val="F8FAFC"/>
          </a:solidFill>
          <a:ln w="7620">
            <a:solidFill>
              <a:srgbClr val="E6E6E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8014" y="1115568"/>
            <a:ext cx="4347972" cy="28986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5820" y="4087368"/>
            <a:ext cx="74523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alpha-3.png · 未标注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WS-MULTI 多产品图片分页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5029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产品示意图-产品2（1/1）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877824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空产品（应跳过）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877824"/>
            <a:ext cx="8138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尺寸: 100 × 100 × 50 mm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85800" y="1188720"/>
            <a:ext cx="7772400" cy="315468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6289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📷 未上传产品图片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WS-MULTI 多产品图片分页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5029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产品示意图-产品3（1/2）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877824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 Beta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877824"/>
            <a:ext cx="8138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尺寸: 100 × 100 × 50 mm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3886200" cy="2286000"/>
          </a:xfrm>
          <a:prstGeom prst="rect">
            <a:avLst/>
          </a:prstGeom>
          <a:solidFill>
            <a:srgbClr val="F8FAFC"/>
          </a:solidFill>
          <a:ln w="7620">
            <a:solidFill>
              <a:srgbClr val="E6E6E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15568"/>
            <a:ext cx="3429000" cy="2286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474720"/>
            <a:ext cx="38862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beta-1.png · 未标注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4754880" y="1115568"/>
            <a:ext cx="3886200" cy="2286000"/>
          </a:xfrm>
          <a:prstGeom prst="rect">
            <a:avLst/>
          </a:prstGeom>
          <a:solidFill>
            <a:srgbClr val="F8FAFC"/>
          </a:solidFill>
          <a:ln w="7620">
            <a:solidFill>
              <a:srgbClr val="E6E6E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115568"/>
            <a:ext cx="3429000" cy="2286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54880" y="3474720"/>
            <a:ext cx="38862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beta-2.png · 未标注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WS-MULTI 多产品图片分页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5029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产品示意图-产品3（2/2）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877824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 Beta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877824"/>
            <a:ext cx="8138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尺寸: 100 × 100 × 50 mm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628900" y="1115568"/>
            <a:ext cx="3886200" cy="2286000"/>
          </a:xfrm>
          <a:prstGeom prst="rect">
            <a:avLst/>
          </a:prstGeom>
          <a:solidFill>
            <a:srgbClr val="F8FAFC"/>
          </a:solidFill>
          <a:ln w="7620">
            <a:solidFill>
              <a:srgbClr val="E6E6E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00" y="1115568"/>
            <a:ext cx="3429000" cy="2286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628900" y="3474720"/>
            <a:ext cx="38862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beta-3.png · 未标注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WS-MULTI 多产品图片分页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5029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WS-MULTI 多产品图片分页 - 机械布局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937760" cy="384048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560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主视图 (正视图) 未保存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663440"/>
            <a:ext cx="4937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主视图 - 正视图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394960" y="777240"/>
            <a:ext cx="3291840" cy="256032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8" name="Text 6"/>
          <p:cNvSpPr/>
          <p:nvPr/>
        </p:nvSpPr>
        <p:spPr>
          <a:xfrm>
            <a:off x="5394960" y="1920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辅视图 (侧视图)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94960" y="3355848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辅视图 - 侧视图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394960" y="3566160"/>
            <a:ext cx="3291840" cy="1097280"/>
          </a:xfrm>
          <a:prstGeom prst="rect">
            <a:avLst/>
          </a:prstGeom>
          <a:solidFill>
            <a:srgbClr val="F8F9FA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36118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布局说明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0" y="38404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（未填写布局说明）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WS-MULTI 多产品图片分页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5029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BOM清单 (1/1)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658368"/>
        </p:xfrm>
        <a:graphic>
          <a:graphicData uri="http://schemas.openxmlformats.org/drawingml/2006/table">
            <a:tbl>
              <a:tblPr/>
              <a:tblGrid>
                <a:gridCol w="548640"/>
                <a:gridCol w="1371600"/>
                <a:gridCol w="3200400"/>
                <a:gridCol w="731520"/>
                <a:gridCol w="237744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序号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设备名称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型号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数量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备注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硬件清单汇总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5029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设备清单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84124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280160"/>
                <a:gridCol w="1097280"/>
                <a:gridCol w="1828800"/>
                <a:gridCol w="548640"/>
                <a:gridCol w="164592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序号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设备类型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品牌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型号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数量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备注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0台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苏州德星云智能装备有限公司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多产品媒体隔离验收 - 视觉系统方案</dc:title>
  <dc:subject>机器视觉系统技术方案</dc:subject>
  <dc:creator>Codex QA</dc:creator>
  <cp:lastModifiedBy>Codex QA</cp:lastModifiedBy>
  <cp:revision>1</cp:revision>
  <dcterms:created xsi:type="dcterms:W3CDTF">2026-08-22T07:42:22Z</dcterms:created>
  <dcterms:modified xsi:type="dcterms:W3CDTF">2026-08-22T07:42:22Z</dcterms:modified>
</cp:coreProperties>
</file>