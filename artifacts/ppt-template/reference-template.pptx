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53" r:id="rId3"/>
    <p:sldMasterId id="2147483656" r:id="rId4"/>
    <p:sldMasterId id="2147483659" r:id="rId5"/>
  </p:sldMasterIdLst>
  <p:notesMasterIdLst>
    <p:notesMasterId r:id="rId7"/>
  </p:notesMasterIdLst>
  <p:handoutMasterIdLst>
    <p:handoutMasterId r:id="rId20"/>
  </p:handoutMasterIdLst>
  <p:sldIdLst>
    <p:sldId id="870" r:id="rId6"/>
    <p:sldId id="765" r:id="rId8"/>
    <p:sldId id="763" r:id="rId9"/>
    <p:sldId id="738" r:id="rId10"/>
    <p:sldId id="857" r:id="rId11"/>
    <p:sldId id="864" r:id="rId12"/>
    <p:sldId id="872" r:id="rId13"/>
    <p:sldId id="867" r:id="rId14"/>
    <p:sldId id="873" r:id="rId15"/>
    <p:sldId id="854" r:id="rId16"/>
    <p:sldId id="868" r:id="rId17"/>
    <p:sldId id="782" r:id="rId18"/>
    <p:sldId id="869" r:id="rId19"/>
  </p:sldIdLst>
  <p:sldSz cx="12186920" cy="6859270"/>
  <p:notesSz cx="6668770" cy="9926320"/>
  <p:custDataLst>
    <p:tags r:id="rId25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6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寅江" initials="is" lastIdx="1" clrIdx="0"/>
  <p:cmAuthor id="2" name="作者" initials="A" lastIdx="0" clrIdx="1"/>
  <p:cmAuthor id="3" name="joson" initials="j" lastIdx="2" clrIdx="2"/>
  <p:cmAuthor id="4" name="WPS_1679281038" initials="W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4791F"/>
    <a:srgbClr val="0088E8"/>
    <a:srgbClr val="4D4D4D"/>
    <a:srgbClr val="5F5F5F"/>
    <a:srgbClr val="868383"/>
    <a:srgbClr val="DDDDDD"/>
    <a:srgbClr val="6EB392"/>
    <a:srgbClr val="FBFAF8"/>
    <a:srgbClr val="007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5" autoAdjust="0"/>
    <p:restoredTop sz="95205" autoAdjust="0"/>
  </p:normalViewPr>
  <p:slideViewPr>
    <p:cSldViewPr showGuides="1">
      <p:cViewPr varScale="1">
        <p:scale>
          <a:sx n="96" d="100"/>
          <a:sy n="96" d="100"/>
        </p:scale>
        <p:origin x="-106" y="-182"/>
      </p:cViewPr>
      <p:guideLst>
        <p:guide orient="horz" pos="2448"/>
        <p:guide pos="36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062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70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2BB0DB-AD1A-4B31-A4A4-016368B65DE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908454-942A-44DB-99FE-6B1FD0DB5F94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9A78DF-BB26-4E57-9CFD-8C5514D454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anchor="t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9A78DF-BB26-4E57-9CFD-8C5514D454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anchor="t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9A78DF-BB26-4E57-9CFD-8C5514D454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anchor="t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9A78DF-BB26-4E57-9CFD-8C5514D454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anchor="t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9A78DF-BB26-4E57-9CFD-8C5514D4548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anchor="t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  <p:cxnSp>
        <p:nvCxnSpPr>
          <p:cNvPr id="23" name="直接连接符 22"/>
          <p:cNvCxnSpPr/>
          <p:nvPr userDrawn="1">
            <p:custDataLst>
              <p:tags r:id="rId4"/>
            </p:custDataLst>
          </p:nvPr>
        </p:nvCxnSpPr>
        <p:spPr>
          <a:xfrm>
            <a:off x="455295" y="844550"/>
            <a:ext cx="9054465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  <p:cxnSp>
        <p:nvCxnSpPr>
          <p:cNvPr id="23" name="直接连接符 22"/>
          <p:cNvCxnSpPr/>
          <p:nvPr userDrawn="1">
            <p:custDataLst>
              <p:tags r:id="rId4"/>
            </p:custDataLst>
          </p:nvPr>
        </p:nvCxnSpPr>
        <p:spPr>
          <a:xfrm>
            <a:off x="455295" y="844550"/>
            <a:ext cx="9054465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tags" Target="../tags/tag7.xml"/><Relationship Id="rId4" Type="http://schemas.openxmlformats.org/officeDocument/2006/relationships/image" Target="../media/image1.jpeg"/><Relationship Id="rId3" Type="http://schemas.openxmlformats.org/officeDocument/2006/relationships/tags" Target="../tags/tag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image" Target="../media/image1.jpe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slideLayout" Target="../slideLayouts/slideLayout8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7" Type="http://schemas.openxmlformats.org/officeDocument/2006/relationships/theme" Target="../theme/theme4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>
            <p:custDataLst>
              <p:tags r:id="rId5"/>
            </p:custDataLst>
          </p:nvPr>
        </p:nvSpPr>
        <p:spPr>
          <a:xfrm>
            <a:off x="4364990" y="6583680"/>
            <a:ext cx="34524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真诚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实干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共进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互赢</a:t>
            </a:r>
            <a:endParaRPr lang="zh-CN" altLang="en-US" sz="1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>
            <p:custDataLst>
              <p:tags r:id="rId3"/>
            </p:custDataLst>
          </p:nvPr>
        </p:nvSpPr>
        <p:spPr>
          <a:xfrm>
            <a:off x="476885" y="283845"/>
            <a:ext cx="83642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spcBef>
                <a:spcPct val="20000"/>
              </a:spcBef>
            </a:pPr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一级标题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二级标题</a:t>
            </a:r>
            <a:endParaRPr lang="zh-CN" altLang="en-US" sz="2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-2540" y="262890"/>
            <a:ext cx="355600" cy="42164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图片 9" descr="德星云logo 定稿-0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19335" y="333375"/>
            <a:ext cx="1932940" cy="215265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>
            <p:custDataLst>
              <p:tags r:id="rId7"/>
            </p:custDataLst>
          </p:nvPr>
        </p:nvSpPr>
        <p:spPr>
          <a:xfrm>
            <a:off x="4364990" y="6583680"/>
            <a:ext cx="34524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真诚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实干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共进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互赢</a:t>
            </a:r>
            <a:endParaRPr lang="zh-CN" altLang="en-US" sz="1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3" name="直接连接符 22"/>
          <p:cNvCxnSpPr/>
          <p:nvPr userDrawn="1">
            <p:custDataLst>
              <p:tags r:id="rId8"/>
            </p:custDataLst>
          </p:nvPr>
        </p:nvCxnSpPr>
        <p:spPr>
          <a:xfrm>
            <a:off x="455295" y="844550"/>
            <a:ext cx="9054465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>
            <p:custDataLst>
              <p:tags r:id="rId5"/>
            </p:custDataLst>
          </p:nvPr>
        </p:nvSpPr>
        <p:spPr>
          <a:xfrm>
            <a:off x="4364990" y="6583680"/>
            <a:ext cx="34524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真诚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实干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共进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互赢</a:t>
            </a:r>
            <a:endParaRPr lang="zh-CN" altLang="en-US" sz="1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995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6765" indent="-228600" algn="l" defTabSz="913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3.png"/><Relationship Id="rId2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5.png"/><Relationship Id="rId7" Type="http://schemas.openxmlformats.org/officeDocument/2006/relationships/tags" Target="../tags/tag30.xml"/><Relationship Id="rId6" Type="http://schemas.openxmlformats.org/officeDocument/2006/relationships/image" Target="../media/image4.png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openxmlformats.org/officeDocument/2006/relationships/tags" Target="../tags/tag32.xml"/><Relationship Id="rId10" Type="http://schemas.openxmlformats.org/officeDocument/2006/relationships/image" Target="../media/image6.png"/><Relationship Id="rId1" Type="http://schemas.openxmlformats.org/officeDocument/2006/relationships/tags" Target="../tags/tag2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6.xml"/><Relationship Id="rId25" Type="http://schemas.openxmlformats.org/officeDocument/2006/relationships/tags" Target="../tags/tag56.xml"/><Relationship Id="rId24" Type="http://schemas.openxmlformats.org/officeDocument/2006/relationships/image" Target="../media/image8.png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1" Type="http://schemas.openxmlformats.org/officeDocument/2006/relationships/notesSlide" Target="../notesSlides/notesSlide4.xml"/><Relationship Id="rId30" Type="http://schemas.openxmlformats.org/officeDocument/2006/relationships/slideLayout" Target="../slideLayouts/slideLayout6.xml"/><Relationship Id="rId3" Type="http://schemas.openxmlformats.org/officeDocument/2006/relationships/tags" Target="../tags/tag58.xml"/><Relationship Id="rId29" Type="http://schemas.openxmlformats.org/officeDocument/2006/relationships/tags" Target="../tags/tag84.xml"/><Relationship Id="rId28" Type="http://schemas.openxmlformats.org/officeDocument/2006/relationships/tags" Target="../tags/tag83.xml"/><Relationship Id="rId27" Type="http://schemas.openxmlformats.org/officeDocument/2006/relationships/tags" Target="../tags/tag82.xml"/><Relationship Id="rId26" Type="http://schemas.openxmlformats.org/officeDocument/2006/relationships/tags" Target="../tags/tag81.xml"/><Relationship Id="rId25" Type="http://schemas.openxmlformats.org/officeDocument/2006/relationships/tags" Target="../tags/tag80.xml"/><Relationship Id="rId24" Type="http://schemas.openxmlformats.org/officeDocument/2006/relationships/tags" Target="../tags/tag79.xml"/><Relationship Id="rId23" Type="http://schemas.openxmlformats.org/officeDocument/2006/relationships/tags" Target="../tags/tag78.xml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tags" Target="../tags/tag75.xml"/><Relationship Id="rId2" Type="http://schemas.openxmlformats.org/officeDocument/2006/relationships/image" Target="../media/image9.png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93.xml"/><Relationship Id="rId1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05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2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50.xml"/><Relationship Id="rId1" Type="http://schemas.openxmlformats.org/officeDocument/2006/relationships/tags" Target="../tags/tag1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image" Target="../media/image13.png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image" Target="../media/image15.png"/><Relationship Id="rId4" Type="http://schemas.openxmlformats.org/officeDocument/2006/relationships/tags" Target="../tags/tag167.xml"/><Relationship Id="rId3" Type="http://schemas.openxmlformats.org/officeDocument/2006/relationships/image" Target="../media/image14.pn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1339850"/>
            <a:ext cx="12186920" cy="4895215"/>
            <a:chOff x="0" y="1658"/>
            <a:chExt cx="19192" cy="824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>
              <a:alphaModFix amt="89000"/>
            </a:blip>
            <a:stretch>
              <a:fillRect/>
            </a:stretch>
          </p:blipFill>
          <p:spPr>
            <a:xfrm>
              <a:off x="0" y="1658"/>
              <a:ext cx="19192" cy="824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2225" y="4834"/>
              <a:ext cx="1003" cy="346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654955" y="447461"/>
            <a:ext cx="4863673" cy="521970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31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苏州德星云智能装备有限公司</a:t>
            </a:r>
            <a:endParaRPr lang="zh-CN" altLang="en-US" sz="28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TextBox 9"/>
          <p:cNvSpPr txBox="1"/>
          <p:nvPr>
            <p:custDataLst>
              <p:tags r:id="rId5"/>
            </p:custDataLst>
          </p:nvPr>
        </p:nvSpPr>
        <p:spPr>
          <a:xfrm>
            <a:off x="4610628" y="822224"/>
            <a:ext cx="2952328" cy="5149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造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务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圆角矩形 26"/>
          <p:cNvSpPr/>
          <p:nvPr/>
        </p:nvSpPr>
        <p:spPr>
          <a:xfrm>
            <a:off x="3140710" y="1917700"/>
            <a:ext cx="5921375" cy="7918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2700000" scaled="0"/>
          </a:gradFill>
          <a:ln w="22225"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13500000" scaled="0"/>
            </a:gradFill>
          </a:ln>
          <a:effectLst>
            <a:outerShdw blurRad="50800" dist="38100" dir="2700000" sx="97000" sy="9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德星云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TextBox 9"/>
          <p:cNvSpPr txBox="1"/>
          <p:nvPr>
            <p:custDataLst>
              <p:tags r:id="rId6"/>
            </p:custDataLst>
          </p:nvPr>
        </p:nvSpPr>
        <p:spPr>
          <a:xfrm>
            <a:off x="6630035" y="5734368"/>
            <a:ext cx="5370830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报告人：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日期：</a:t>
            </a:r>
            <a:r>
              <a:rPr 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密级：公开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涉密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绝密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-2540" y="838835"/>
            <a:ext cx="6832600" cy="1137920"/>
            <a:chOff x="-4" y="756"/>
            <a:chExt cx="10760" cy="1792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639" y="876"/>
              <a:ext cx="10117" cy="928"/>
            </a:xfrm>
            <a:prstGeom prst="rect">
              <a:avLst/>
            </a:prstGeom>
            <a:solidFill>
              <a:srgbClr val="DDDDDD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9"/>
            <p:cNvSpPr txBox="1"/>
            <p:nvPr>
              <p:custDataLst>
                <p:tags r:id="rId2"/>
              </p:custDataLst>
            </p:nvPr>
          </p:nvSpPr>
          <p:spPr>
            <a:xfrm>
              <a:off x="1318" y="2114"/>
              <a:ext cx="8056" cy="4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p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报告人：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日期：</a:t>
              </a: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202XXXXX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密级：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公开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涉密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绝密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3"/>
              </p:custDataLst>
            </p:nvPr>
          </p:nvSpPr>
          <p:spPr>
            <a:xfrm>
              <a:off x="-4" y="876"/>
              <a:ext cx="709" cy="92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14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60" y="756"/>
              <a:ext cx="9979" cy="10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p>
              <a:pPr marL="342900" marR="0" lvl="0" indent="-342900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 </a:t>
              </a:r>
              <a:r>
                <a:rPr lang="en-US" altLang="zh-CN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XXXXXXX</a:t>
              </a:r>
              <a:r>
                <a:rPr lang="en-US" altLang="zh-CN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-8</a:t>
              </a:r>
              <a:r>
                <a:rPr lang="zh-CN" altLang="en-US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月</a:t>
              </a:r>
              <a:endParaRPr lang="en-US" altLang="zh-CN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pic>
        <p:nvPicPr>
          <p:cNvPr id="9" name="图片 8" descr="1687774791100_6E80EB9A-E067-4c8e-AC3D-1CCD25220EFC_副本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74000"/>
          </a:blip>
          <a:srcRect t="1367" r="697" b="-24"/>
          <a:stretch>
            <a:fillRect/>
          </a:stretch>
        </p:blipFill>
        <p:spPr>
          <a:xfrm>
            <a:off x="-26670" y="2565400"/>
            <a:ext cx="9072245" cy="3909695"/>
          </a:xfrm>
          <a:prstGeom prst="rect">
            <a:avLst/>
          </a:prstGeom>
        </p:spPr>
      </p:pic>
      <p:pic>
        <p:nvPicPr>
          <p:cNvPr id="24" name="图片 23" descr="DB23060.303 汇流排焊接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17965" y="2487930"/>
            <a:ext cx="2939415" cy="1838960"/>
          </a:xfrm>
          <a:prstGeom prst="rect">
            <a:avLst/>
          </a:prstGeom>
        </p:spPr>
      </p:pic>
      <p:pic>
        <p:nvPicPr>
          <p:cNvPr id="10" name="图片 9" descr="DB23040.208&amp;306 补焊房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78010" y="4365625"/>
            <a:ext cx="2540000" cy="2159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495155" y="200660"/>
            <a:ext cx="2562860" cy="559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"/>
          <p:cNvGrpSpPr/>
          <p:nvPr>
            <p:custDataLst>
              <p:tags r:id="rId1"/>
            </p:custDataLst>
          </p:nvPr>
        </p:nvGrpSpPr>
        <p:grpSpPr>
          <a:xfrm>
            <a:off x="5885815" y="2824480"/>
            <a:ext cx="3618865" cy="467995"/>
            <a:chOff x="4201200" y="1643844"/>
            <a:chExt cx="3779490" cy="468313"/>
          </a:xfrm>
        </p:grpSpPr>
        <p:sp>
          <p:nvSpPr>
            <p:cNvPr id="16" name="泪滴形 15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4201200" y="1643844"/>
              <a:ext cx="516621" cy="460688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矩形 3"/>
            <p:cNvSpPr/>
            <p:nvPr>
              <p:custDataLst>
                <p:tags r:id="rId3"/>
              </p:custDataLst>
            </p:nvPr>
          </p:nvSpPr>
          <p:spPr>
            <a:xfrm>
              <a:off x="4813320" y="1643844"/>
              <a:ext cx="3167370" cy="468313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txBody>
            <a:bodyPr lIns="91406" tIns="45703" rIns="91406" bIns="45703" anchor="ctr"/>
            <a:lstStyle/>
            <a:p>
              <a:pPr lvl="0" algn="ctr" eaLnBrk="1" hangingPunct="1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同侧圆角矩形 13"/>
            <p:cNvSpPr/>
            <p:nvPr>
              <p:custDataLst>
                <p:tags r:id="rId4"/>
              </p:custDataLst>
            </p:nvPr>
          </p:nvSpPr>
          <p:spPr>
            <a:xfrm>
              <a:off x="4266000" y="1688400"/>
              <a:ext cx="428628" cy="334962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lstStyle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02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16"/>
          <p:cNvGrpSpPr/>
          <p:nvPr>
            <p:custDataLst>
              <p:tags r:id="rId5"/>
            </p:custDataLst>
          </p:nvPr>
        </p:nvGrpSpPr>
        <p:grpSpPr>
          <a:xfrm>
            <a:off x="5885541" y="3652759"/>
            <a:ext cx="3618865" cy="467995"/>
            <a:chOff x="4201200" y="1643844"/>
            <a:chExt cx="3367030" cy="467996"/>
          </a:xfrm>
        </p:grpSpPr>
        <p:sp>
          <p:nvSpPr>
            <p:cNvPr id="21" name="泪滴形 20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4201200" y="1643844"/>
              <a:ext cx="460291" cy="460376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矩形 3"/>
            <p:cNvSpPr/>
            <p:nvPr>
              <p:custDataLst>
                <p:tags r:id="rId7"/>
              </p:custDataLst>
            </p:nvPr>
          </p:nvSpPr>
          <p:spPr>
            <a:xfrm>
              <a:off x="4746518" y="1643844"/>
              <a:ext cx="2821712" cy="467996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txBody>
            <a:bodyPr lIns="91406" tIns="45703" rIns="91406" bIns="45703" anchor="ctr"/>
            <a:lstStyle/>
            <a:p>
              <a:pPr lvl="0"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同侧圆角矩形 13"/>
            <p:cNvSpPr/>
            <p:nvPr>
              <p:custDataLst>
                <p:tags r:id="rId8"/>
              </p:custDataLst>
            </p:nvPr>
          </p:nvSpPr>
          <p:spPr>
            <a:xfrm>
              <a:off x="4266000" y="1688400"/>
              <a:ext cx="428628" cy="334962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lstStyle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03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组合 15"/>
          <p:cNvGrpSpPr/>
          <p:nvPr>
            <p:custDataLst>
              <p:tags r:id="rId9"/>
            </p:custDataLst>
          </p:nvPr>
        </p:nvGrpSpPr>
        <p:grpSpPr>
          <a:xfrm>
            <a:off x="5885541" y="2038578"/>
            <a:ext cx="3618866" cy="467995"/>
            <a:chOff x="4201200" y="1643844"/>
            <a:chExt cx="3266272" cy="468313"/>
          </a:xfrm>
        </p:grpSpPr>
        <p:sp>
          <p:nvSpPr>
            <p:cNvPr id="14" name="泪滴形 13"/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4201200" y="1643844"/>
              <a:ext cx="460291" cy="460376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矩形 3"/>
            <p:cNvSpPr/>
            <p:nvPr>
              <p:custDataLst>
                <p:tags r:id="rId11"/>
              </p:custDataLst>
            </p:nvPr>
          </p:nvSpPr>
          <p:spPr>
            <a:xfrm>
              <a:off x="4730200" y="1643844"/>
              <a:ext cx="2737272" cy="468313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txBody>
            <a:bodyPr lIns="91406" tIns="45703" rIns="91406" bIns="45703" anchor="ctr"/>
            <a:lstStyle/>
            <a:p>
              <a:pPr lvl="0"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4" name="同侧圆角矩形 13"/>
            <p:cNvSpPr/>
            <p:nvPr>
              <p:custDataLst>
                <p:tags r:id="rId12"/>
              </p:custDataLst>
            </p:nvPr>
          </p:nvSpPr>
          <p:spPr>
            <a:xfrm>
              <a:off x="4266000" y="1688400"/>
              <a:ext cx="428628" cy="334962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lstStyle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15"/>
          <p:cNvGrpSpPr/>
          <p:nvPr>
            <p:custDataLst>
              <p:tags r:id="rId13"/>
            </p:custDataLst>
          </p:nvPr>
        </p:nvGrpSpPr>
        <p:grpSpPr>
          <a:xfrm>
            <a:off x="5885815" y="4462780"/>
            <a:ext cx="3618230" cy="467995"/>
            <a:chOff x="4201200" y="1643844"/>
            <a:chExt cx="3779503" cy="468313"/>
          </a:xfrm>
        </p:grpSpPr>
        <p:sp>
          <p:nvSpPr>
            <p:cNvPr id="26" name="泪滴形 25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4201200" y="1643844"/>
              <a:ext cx="532633" cy="460688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矩形 3"/>
            <p:cNvSpPr/>
            <p:nvPr>
              <p:custDataLst>
                <p:tags r:id="rId15"/>
              </p:custDataLst>
            </p:nvPr>
          </p:nvSpPr>
          <p:spPr>
            <a:xfrm>
              <a:off x="4814092" y="1643844"/>
              <a:ext cx="3166611" cy="468313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txBody>
            <a:bodyPr lIns="91406" tIns="45703" rIns="91406" bIns="45703" anchor="ctr"/>
            <a:lstStyle/>
            <a:p>
              <a:pPr lvl="0"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同侧圆角矩形 13"/>
            <p:cNvSpPr/>
            <p:nvPr>
              <p:custDataLst>
                <p:tags r:id="rId16"/>
              </p:custDataLst>
            </p:nvPr>
          </p:nvSpPr>
          <p:spPr>
            <a:xfrm>
              <a:off x="4266000" y="1688400"/>
              <a:ext cx="428628" cy="334962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lstStyle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04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组合 16"/>
          <p:cNvGrpSpPr/>
          <p:nvPr>
            <p:custDataLst>
              <p:tags r:id="rId17"/>
            </p:custDataLst>
          </p:nvPr>
        </p:nvGrpSpPr>
        <p:grpSpPr>
          <a:xfrm>
            <a:off x="5885541" y="5229235"/>
            <a:ext cx="3618865" cy="467995"/>
            <a:chOff x="4201200" y="1643844"/>
            <a:chExt cx="3367030" cy="467996"/>
          </a:xfrm>
        </p:grpSpPr>
        <p:sp>
          <p:nvSpPr>
            <p:cNvPr id="30" name="泪滴形 29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4201200" y="1643844"/>
              <a:ext cx="460291" cy="460376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矩形 3"/>
            <p:cNvSpPr/>
            <p:nvPr>
              <p:custDataLst>
                <p:tags r:id="rId19"/>
              </p:custDataLst>
            </p:nvPr>
          </p:nvSpPr>
          <p:spPr>
            <a:xfrm>
              <a:off x="4747109" y="1643844"/>
              <a:ext cx="2821121" cy="467996"/>
            </a:xfrm>
            <a:prstGeom prst="rect">
              <a:avLst/>
            </a:prstGeom>
            <a:solidFill>
              <a:srgbClr val="0070C0"/>
            </a:solidFill>
            <a:ln w="9525">
              <a:noFill/>
            </a:ln>
          </p:spPr>
          <p:txBody>
            <a:bodyPr lIns="91406" tIns="45703" rIns="91406" bIns="45703" anchor="ctr"/>
            <a:lstStyle/>
            <a:p>
              <a:pPr lvl="0" algn="ctr" eaLnBrk="1" hangingPunct="1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XXXX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同侧圆角矩形 13"/>
            <p:cNvSpPr/>
            <p:nvPr>
              <p:custDataLst>
                <p:tags r:id="rId20"/>
              </p:custDataLst>
            </p:nvPr>
          </p:nvSpPr>
          <p:spPr>
            <a:xfrm>
              <a:off x="4266000" y="1688400"/>
              <a:ext cx="428628" cy="334962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lstStyle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05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" name="标题 1"/>
          <p:cNvSpPr txBox="1"/>
          <p:nvPr>
            <p:custDataLst>
              <p:tags r:id="rId21"/>
            </p:custDataLst>
          </p:nvPr>
        </p:nvSpPr>
        <p:spPr>
          <a:xfrm>
            <a:off x="5281930" y="548640"/>
            <a:ext cx="1945005" cy="758825"/>
          </a:xfrm>
          <a:prstGeom prst="rect">
            <a:avLst/>
          </a:prstGeom>
        </p:spPr>
        <p:txBody>
          <a:bodyPr vert="horz" lIns="91440" tIns="45720" rIns="91440" bIns="45720" rtlCol="0" anchor="t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606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/>
          <p:cNvCxnSpPr/>
          <p:nvPr userDrawn="1">
            <p:custDataLst>
              <p:tags r:id="rId22"/>
            </p:custDataLst>
          </p:nvPr>
        </p:nvCxnSpPr>
        <p:spPr>
          <a:xfrm>
            <a:off x="4861560" y="1407795"/>
            <a:ext cx="6618605" cy="0"/>
          </a:xfrm>
          <a:prstGeom prst="line">
            <a:avLst/>
          </a:prstGeom>
          <a:ln w="47625">
            <a:gradFill>
              <a:gsLst>
                <a:gs pos="0">
                  <a:schemeClr val="bg1"/>
                </a:gs>
                <a:gs pos="93000">
                  <a:srgbClr val="0070C0">
                    <a:alpha val="100000"/>
                  </a:srgbClr>
                </a:gs>
                <a:gs pos="14000">
                  <a:srgbClr val="80B8E0">
                    <a:alpha val="100000"/>
                  </a:srgbClr>
                </a:gs>
                <a:gs pos="62000">
                  <a:srgbClr val="4094D0">
                    <a:alpha val="100000"/>
                  </a:srgbClr>
                </a:gs>
                <a:gs pos="88000">
                  <a:srgbClr val="0070C0"/>
                </a:gs>
                <a:gs pos="4000">
                  <a:schemeClr val="bg2">
                    <a:lumMod val="60000"/>
                    <a:lumOff val="40000"/>
                  </a:schemeClr>
                </a:gs>
                <a:gs pos="0">
                  <a:schemeClr val="bg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4" name="图片 33" descr="37b785d810eb8ce5b3e6cb7e7b338ab8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 l="25364" r="25869"/>
          <a:stretch>
            <a:fillRect/>
          </a:stretch>
        </p:blipFill>
        <p:spPr>
          <a:xfrm>
            <a:off x="-4445" y="0"/>
            <a:ext cx="4839335" cy="6860540"/>
          </a:xfrm>
          <a:prstGeom prst="rect">
            <a:avLst/>
          </a:prstGeom>
        </p:spPr>
      </p:pic>
      <p:sp>
        <p:nvSpPr>
          <p:cNvPr id="44" name="矩形 43"/>
          <p:cNvSpPr/>
          <p:nvPr>
            <p:custDataLst>
              <p:tags r:id="rId25"/>
            </p:custDataLst>
          </p:nvPr>
        </p:nvSpPr>
        <p:spPr>
          <a:xfrm>
            <a:off x="-4445" y="0"/>
            <a:ext cx="4839970" cy="6858635"/>
          </a:xfrm>
          <a:prstGeom prst="rect">
            <a:avLst/>
          </a:prstGeom>
          <a:solidFill>
            <a:schemeClr val="tx2">
              <a:lumMod val="60000"/>
              <a:lumOff val="40000"/>
              <a:alpha val="2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图片 1" descr="111-removebg-preview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32663" y="2830513"/>
            <a:ext cx="4859337" cy="40274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4" name="Gerader Verbinder 83"/>
          <p:cNvCxnSpPr/>
          <p:nvPr>
            <p:custDataLst>
              <p:tags r:id="rId3"/>
            </p:custDataLst>
          </p:nvPr>
        </p:nvCxnSpPr>
        <p:spPr>
          <a:xfrm>
            <a:off x="666985" y="2244715"/>
            <a:ext cx="0" cy="712186"/>
          </a:xfrm>
          <a:prstGeom prst="line">
            <a:avLst/>
          </a:prstGeom>
          <a:ln w="349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>
            <p:custDataLst>
              <p:tags r:id="rId4"/>
            </p:custDataLst>
          </p:nvPr>
        </p:nvCxnSpPr>
        <p:spPr>
          <a:xfrm>
            <a:off x="116840" y="1264285"/>
            <a:ext cx="11363325" cy="0"/>
          </a:xfrm>
          <a:prstGeom prst="line">
            <a:avLst/>
          </a:prstGeom>
          <a:ln w="47625">
            <a:gradFill>
              <a:gsLst>
                <a:gs pos="0">
                  <a:schemeClr val="bg1"/>
                </a:gs>
                <a:gs pos="93000">
                  <a:srgbClr val="0070C0">
                    <a:alpha val="100000"/>
                  </a:srgbClr>
                </a:gs>
                <a:gs pos="14000">
                  <a:srgbClr val="80B8E0">
                    <a:alpha val="100000"/>
                  </a:srgbClr>
                </a:gs>
                <a:gs pos="62000">
                  <a:srgbClr val="4094D0">
                    <a:alpha val="100000"/>
                  </a:srgbClr>
                </a:gs>
                <a:gs pos="88000">
                  <a:srgbClr val="0070C0"/>
                </a:gs>
                <a:gs pos="4000">
                  <a:schemeClr val="bg2">
                    <a:lumMod val="60000"/>
                    <a:lumOff val="40000"/>
                  </a:schemeClr>
                </a:gs>
                <a:gs pos="0">
                  <a:schemeClr val="bg2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>
            <p:custDataLst>
              <p:tags r:id="rId5"/>
            </p:custDataLst>
          </p:nvPr>
        </p:nvGrpSpPr>
        <p:grpSpPr>
          <a:xfrm>
            <a:off x="4394200" y="2279650"/>
            <a:ext cx="2779395" cy="1094740"/>
            <a:chOff x="1714" y="3251"/>
            <a:chExt cx="4377" cy="1724"/>
          </a:xfrm>
        </p:grpSpPr>
        <p:grpSp>
          <p:nvGrpSpPr>
            <p:cNvPr id="65" name="组合 64"/>
            <p:cNvGrpSpPr/>
            <p:nvPr/>
          </p:nvGrpSpPr>
          <p:grpSpPr>
            <a:xfrm>
              <a:off x="1827" y="3251"/>
              <a:ext cx="4264" cy="1724"/>
              <a:chOff x="7775" y="4920"/>
              <a:chExt cx="4264" cy="1724"/>
            </a:xfrm>
          </p:grpSpPr>
          <p:sp>
            <p:nvSpPr>
              <p:cNvPr id="66" name="Ellipse 28"/>
              <p:cNvSpPr/>
              <p:nvPr>
                <p:custDataLst>
                  <p:tags r:id="rId6"/>
                </p:custDataLst>
              </p:nvPr>
            </p:nvSpPr>
            <p:spPr>
              <a:xfrm>
                <a:off x="7775" y="4920"/>
                <a:ext cx="789" cy="789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228600"/>
                <a:endParaRPr lang="de-DE" sz="160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Textfeld 3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762" y="4991"/>
                <a:ext cx="3277" cy="58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p>
                <a:pPr defTabSz="228600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走进德星云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774" y="5628"/>
                <a:ext cx="2822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数字泛微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资质荣誉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泪滴形 68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714" y="3339"/>
              <a:ext cx="803" cy="7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同侧圆角矩形 13"/>
            <p:cNvSpPr/>
            <p:nvPr>
              <p:custDataLst>
                <p:tags r:id="rId10"/>
              </p:custDataLst>
            </p:nvPr>
          </p:nvSpPr>
          <p:spPr>
            <a:xfrm>
              <a:off x="1827" y="3409"/>
              <a:ext cx="748" cy="527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>
            <p:custDataLst>
              <p:tags r:id="rId11"/>
            </p:custDataLst>
          </p:nvPr>
        </p:nvGrpSpPr>
        <p:grpSpPr>
          <a:xfrm>
            <a:off x="945515" y="4149090"/>
            <a:ext cx="2814320" cy="1094740"/>
            <a:chOff x="1714" y="3251"/>
            <a:chExt cx="4432" cy="1724"/>
          </a:xfrm>
        </p:grpSpPr>
        <p:grpSp>
          <p:nvGrpSpPr>
            <p:cNvPr id="72" name="组合 71"/>
            <p:cNvGrpSpPr/>
            <p:nvPr/>
          </p:nvGrpSpPr>
          <p:grpSpPr>
            <a:xfrm>
              <a:off x="1827" y="3251"/>
              <a:ext cx="4319" cy="1724"/>
              <a:chOff x="7775" y="4920"/>
              <a:chExt cx="4319" cy="1724"/>
            </a:xfrm>
          </p:grpSpPr>
          <p:sp>
            <p:nvSpPr>
              <p:cNvPr id="73" name="Ellipse 28"/>
              <p:cNvSpPr/>
              <p:nvPr>
                <p:custDataLst>
                  <p:tags r:id="rId12"/>
                </p:custDataLst>
              </p:nvPr>
            </p:nvSpPr>
            <p:spPr>
              <a:xfrm>
                <a:off x="7775" y="4920"/>
                <a:ext cx="789" cy="789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228600"/>
                <a:endParaRPr lang="de-DE" sz="160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Textfeld 3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762" y="4991"/>
                <a:ext cx="3332" cy="58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p>
                <a:pPr defTabSz="228600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走进德星云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774" y="5628"/>
                <a:ext cx="2822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数字泛微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资质荣誉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6" name="泪滴形 75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1714" y="3339"/>
              <a:ext cx="803" cy="7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同侧圆角矩形 13"/>
            <p:cNvSpPr/>
            <p:nvPr>
              <p:custDataLst>
                <p:tags r:id="rId16"/>
              </p:custDataLst>
            </p:nvPr>
          </p:nvSpPr>
          <p:spPr>
            <a:xfrm>
              <a:off x="1827" y="3409"/>
              <a:ext cx="748" cy="527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8" name="组合 77"/>
          <p:cNvGrpSpPr/>
          <p:nvPr>
            <p:custDataLst>
              <p:tags r:id="rId17"/>
            </p:custDataLst>
          </p:nvPr>
        </p:nvGrpSpPr>
        <p:grpSpPr>
          <a:xfrm>
            <a:off x="4394200" y="4076700"/>
            <a:ext cx="2779395" cy="1094740"/>
            <a:chOff x="1714" y="3251"/>
            <a:chExt cx="4377" cy="1724"/>
          </a:xfrm>
        </p:grpSpPr>
        <p:grpSp>
          <p:nvGrpSpPr>
            <p:cNvPr id="79" name="组合 78"/>
            <p:cNvGrpSpPr/>
            <p:nvPr/>
          </p:nvGrpSpPr>
          <p:grpSpPr>
            <a:xfrm>
              <a:off x="1827" y="3251"/>
              <a:ext cx="4264" cy="1724"/>
              <a:chOff x="7775" y="4920"/>
              <a:chExt cx="4264" cy="1724"/>
            </a:xfrm>
          </p:grpSpPr>
          <p:sp>
            <p:nvSpPr>
              <p:cNvPr id="80" name="Ellipse 2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775" y="4920"/>
                <a:ext cx="789" cy="789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228600"/>
                <a:endParaRPr lang="de-DE" sz="160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Textfeld 35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762" y="4991"/>
                <a:ext cx="3277" cy="58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p>
                <a:pPr defTabSz="228600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走进德星云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文本框 81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774" y="5628"/>
                <a:ext cx="2822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数字泛微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资质荣誉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泪滴形 82"/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1714" y="3339"/>
              <a:ext cx="803" cy="7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同侧圆角矩形 13"/>
            <p:cNvSpPr/>
            <p:nvPr>
              <p:custDataLst>
                <p:tags r:id="rId22"/>
              </p:custDataLst>
            </p:nvPr>
          </p:nvSpPr>
          <p:spPr>
            <a:xfrm>
              <a:off x="1827" y="3409"/>
              <a:ext cx="748" cy="527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组合 85"/>
          <p:cNvGrpSpPr/>
          <p:nvPr>
            <p:custDataLst>
              <p:tags r:id="rId23"/>
            </p:custDataLst>
          </p:nvPr>
        </p:nvGrpSpPr>
        <p:grpSpPr>
          <a:xfrm>
            <a:off x="981075" y="2320290"/>
            <a:ext cx="2779395" cy="1094740"/>
            <a:chOff x="1714" y="3251"/>
            <a:chExt cx="4377" cy="1724"/>
          </a:xfrm>
        </p:grpSpPr>
        <p:grpSp>
          <p:nvGrpSpPr>
            <p:cNvPr id="87" name="组合 86"/>
            <p:cNvGrpSpPr/>
            <p:nvPr/>
          </p:nvGrpSpPr>
          <p:grpSpPr>
            <a:xfrm>
              <a:off x="1827" y="3251"/>
              <a:ext cx="4264" cy="1724"/>
              <a:chOff x="7775" y="4920"/>
              <a:chExt cx="4264" cy="1724"/>
            </a:xfrm>
          </p:grpSpPr>
          <p:sp>
            <p:nvSpPr>
              <p:cNvPr id="88" name="Ellipse 28"/>
              <p:cNvSpPr/>
              <p:nvPr>
                <p:custDataLst>
                  <p:tags r:id="rId24"/>
                </p:custDataLst>
              </p:nvPr>
            </p:nvSpPr>
            <p:spPr>
              <a:xfrm>
                <a:off x="7775" y="4920"/>
                <a:ext cx="789" cy="789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defTabSz="228600"/>
                <a:endParaRPr lang="de-DE" sz="160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Textfeld 35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762" y="4991"/>
                <a:ext cx="3277" cy="58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p>
                <a:pPr defTabSz="228600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走进德星云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文本框 89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8774" y="5628"/>
                <a:ext cx="2822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数字泛微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zh-CN" sz="1200" dirty="0">
                    <a:solidFill>
                      <a:srgbClr val="F9F9F9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资质荣誉</a:t>
                </a:r>
                <a:endParaRPr lang="zh-CN" altLang="zh-CN" sz="1200" dirty="0">
                  <a:solidFill>
                    <a:srgbClr val="F9F9F9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1" name="泪滴形 90"/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1714" y="3339"/>
              <a:ext cx="803" cy="7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同侧圆角矩形 13"/>
            <p:cNvSpPr/>
            <p:nvPr>
              <p:custDataLst>
                <p:tags r:id="rId28"/>
              </p:custDataLst>
            </p:nvPr>
          </p:nvSpPr>
          <p:spPr>
            <a:xfrm>
              <a:off x="1827" y="3409"/>
              <a:ext cx="748" cy="527"/>
            </a:xfrm>
            <a:custGeom>
              <a:avLst/>
              <a:gdLst>
                <a:gd name="txL" fmla="*/ 0 w 2249170"/>
                <a:gd name="txT" fmla="*/ 0 h 335915"/>
                <a:gd name="txR" fmla="*/ 2249170 w 2249170"/>
                <a:gd name="txB" fmla="*/ 335915 h 335915"/>
              </a:gdLst>
              <a:ahLst/>
              <a:cxnLst>
                <a:cxn ang="0">
                  <a:pos x="0" y="151629"/>
                </a:cxn>
                <a:cxn ang="5898240">
                  <a:pos x="0" y="303256"/>
                </a:cxn>
                <a:cxn ang="11796480">
                  <a:pos x="0" y="151629"/>
                </a:cxn>
                <a:cxn ang="17694720">
                  <a:pos x="0" y="0"/>
                </a:cxn>
              </a:cxnLst>
              <a:rect l="txL" t="txT" r="txR" b="txB"/>
              <a:pathLst>
                <a:path w="2249170" h="335915">
                  <a:moveTo>
                    <a:pt x="65194" y="0"/>
                  </a:moveTo>
                  <a:lnTo>
                    <a:pt x="2183975" y="0"/>
                  </a:lnTo>
                  <a:cubicBezTo>
                    <a:pt x="2219981" y="0"/>
                    <a:pt x="2249169" y="29188"/>
                    <a:pt x="2249169" y="65194"/>
                  </a:cubicBezTo>
                  <a:lnTo>
                    <a:pt x="2249170" y="335915"/>
                  </a:lnTo>
                  <a:lnTo>
                    <a:pt x="0" y="335915"/>
                  </a:lnTo>
                  <a:lnTo>
                    <a:pt x="0" y="65194"/>
                  </a:lnTo>
                  <a:cubicBezTo>
                    <a:pt x="0" y="29188"/>
                    <a:pt x="29188" y="0"/>
                    <a:pt x="65194" y="0"/>
                  </a:cubicBezTo>
                  <a:close/>
                </a:path>
              </a:pathLst>
            </a:custGeom>
            <a:noFill/>
            <a:ln w="9525">
              <a:noFill/>
            </a:ln>
          </p:spPr>
          <p:txBody>
            <a:bodyPr lIns="35986" tIns="0" rIns="91406" bIns="0" anchor="ctr"/>
            <a:p>
              <a:pPr lvl="0" algn="just" eaLnBrk="1" hangingPunct="1"/>
              <a:r>
                <a:rPr lang="en-US" altLang="zh-CN" b="1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3" name="标题 1"/>
          <p:cNvSpPr txBox="1"/>
          <p:nvPr>
            <p:custDataLst>
              <p:tags r:id="rId29"/>
            </p:custDataLst>
          </p:nvPr>
        </p:nvSpPr>
        <p:spPr>
          <a:xfrm>
            <a:off x="1196975" y="477520"/>
            <a:ext cx="1945005" cy="758825"/>
          </a:xfrm>
          <a:prstGeom prst="rect">
            <a:avLst/>
          </a:prstGeom>
        </p:spPr>
        <p:txBody>
          <a:bodyPr vert="horz" lIns="91440" tIns="45720" rIns="91440" bIns="45720" rtlCol="0" anchor="t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606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7b785d810eb8ce5b3e6cb7e7b338ab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5364" r="25869"/>
          <a:stretch>
            <a:fillRect/>
          </a:stretch>
        </p:blipFill>
        <p:spPr>
          <a:xfrm>
            <a:off x="-4445" y="0"/>
            <a:ext cx="4839335" cy="686054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-4445" y="1270"/>
            <a:ext cx="4839970" cy="6859270"/>
          </a:xfrm>
          <a:prstGeom prst="rect">
            <a:avLst/>
          </a:prstGeom>
          <a:solidFill>
            <a:schemeClr val="tx2">
              <a:lumMod val="60000"/>
              <a:lumOff val="40000"/>
              <a:alpha val="2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4" name="组合 243"/>
          <p:cNvGrpSpPr/>
          <p:nvPr/>
        </p:nvGrpSpPr>
        <p:grpSpPr>
          <a:xfrm>
            <a:off x="9575497" y="2174967"/>
            <a:ext cx="1290871" cy="235696"/>
            <a:chOff x="8971447" y="2172617"/>
            <a:chExt cx="759125" cy="568897"/>
          </a:xfrm>
          <a:solidFill>
            <a:srgbClr val="3070BC"/>
          </a:solidFill>
        </p:grpSpPr>
        <p:sp>
          <p:nvSpPr>
            <p:cNvPr id="218" name="矩形 217"/>
            <p:cNvSpPr/>
            <p:nvPr>
              <p:custDataLst>
                <p:tags r:id="rId4"/>
              </p:custDataLst>
            </p:nvPr>
          </p:nvSpPr>
          <p:spPr>
            <a:xfrm>
              <a:off x="8971447" y="2172617"/>
              <a:ext cx="238791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19" name="矩形 218"/>
            <p:cNvSpPr/>
            <p:nvPr>
              <p:custDataLst>
                <p:tags r:id="rId5"/>
              </p:custDataLst>
            </p:nvPr>
          </p:nvSpPr>
          <p:spPr>
            <a:xfrm>
              <a:off x="9312857" y="2172617"/>
              <a:ext cx="107228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0" name="矩形 219"/>
            <p:cNvSpPr/>
            <p:nvPr>
              <p:custDataLst>
                <p:tags r:id="rId6"/>
              </p:custDataLst>
            </p:nvPr>
          </p:nvSpPr>
          <p:spPr>
            <a:xfrm>
              <a:off x="9522704" y="2172617"/>
              <a:ext cx="6746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1" name="矩形 220"/>
            <p:cNvSpPr/>
            <p:nvPr>
              <p:custDataLst>
                <p:tags r:id="rId7"/>
              </p:custDataLst>
            </p:nvPr>
          </p:nvSpPr>
          <p:spPr>
            <a:xfrm>
              <a:off x="9692788" y="2172617"/>
              <a:ext cx="3778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sp>
        <p:nvSpPr>
          <p:cNvPr id="245" name="TextBox 42"/>
          <p:cNvSpPr txBox="1"/>
          <p:nvPr>
            <p:custDataLst>
              <p:tags r:id="rId8"/>
            </p:custDataLst>
          </p:nvPr>
        </p:nvSpPr>
        <p:spPr>
          <a:xfrm>
            <a:off x="6286500" y="2687955"/>
            <a:ext cx="5363210" cy="767080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01 XXXX</a:t>
            </a:r>
            <a:endParaRPr lang="en-US" altLang="zh-CN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1" name="TextBox 250"/>
          <p:cNvSpPr txBox="1"/>
          <p:nvPr>
            <p:custDataLst>
              <p:tags r:id="rId9"/>
            </p:custDataLst>
          </p:nvPr>
        </p:nvSpPr>
        <p:spPr>
          <a:xfrm>
            <a:off x="7265035" y="3764915"/>
            <a:ext cx="3146425" cy="3771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28" tIns="45713" rIns="91428" bIns="45713" rtlCol="0">
            <a:spAutoFit/>
          </a:bodyPr>
          <a:lstStyle/>
          <a:p>
            <a:r>
              <a:rPr 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真诚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实干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共进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互赢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2"/>
          <p:cNvSpPr txBox="1"/>
          <p:nvPr>
            <p:custDataLst>
              <p:tags r:id="rId10"/>
            </p:custDataLst>
          </p:nvPr>
        </p:nvSpPr>
        <p:spPr>
          <a:xfrm>
            <a:off x="6327987" y="2103967"/>
            <a:ext cx="3087793" cy="33591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technical competence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76885" y="283845"/>
            <a:ext cx="83642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>
              <a:spcBef>
                <a:spcPct val="20000"/>
              </a:spcBef>
            </a:pPr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一级标题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二级标题</a:t>
            </a:r>
            <a:endParaRPr lang="zh-CN" altLang="en-US" sz="2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2540" y="262890"/>
            <a:ext cx="355600" cy="42164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文本框 8"/>
          <p:cNvSpPr txBox="1"/>
          <p:nvPr>
            <p:custDataLst>
              <p:tags r:id="rId3"/>
            </p:custDataLst>
          </p:nvPr>
        </p:nvSpPr>
        <p:spPr>
          <a:xfrm>
            <a:off x="624095" y="910681"/>
            <a:ext cx="821717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卓越运营战略，业务与组织双轮驱动，互相赋能，快速、稳步发展。</a:t>
            </a:r>
            <a:endParaRPr lang="zh-CN" altLang="en-US" sz="14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"/>
          <p:cNvSpPr/>
          <p:nvPr/>
        </p:nvSpPr>
        <p:spPr>
          <a:xfrm>
            <a:off x="5993002" y="1530458"/>
            <a:ext cx="2474722" cy="4560212"/>
          </a:xfrm>
          <a:prstGeom prst="roundRect">
            <a:avLst>
              <a:gd name="adj" fmla="val 1231"/>
            </a:avLst>
          </a:prstGeom>
          <a:solidFill>
            <a:schemeClr val="bg1"/>
          </a:solidFill>
          <a:ln>
            <a:noFill/>
          </a:ln>
          <a:effectLst>
            <a:outerShdw blurRad="381000" dist="254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Rounded Rectangle 11"/>
          <p:cNvSpPr/>
          <p:nvPr/>
        </p:nvSpPr>
        <p:spPr>
          <a:xfrm>
            <a:off x="6350401" y="3897786"/>
            <a:ext cx="1759924" cy="509674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Rounded Rectangle 14"/>
          <p:cNvSpPr/>
          <p:nvPr/>
        </p:nvSpPr>
        <p:spPr>
          <a:xfrm>
            <a:off x="8955174" y="1530458"/>
            <a:ext cx="2474722" cy="4560212"/>
          </a:xfrm>
          <a:prstGeom prst="roundRect">
            <a:avLst>
              <a:gd name="adj" fmla="val 1231"/>
            </a:avLst>
          </a:prstGeom>
          <a:solidFill>
            <a:schemeClr val="bg1"/>
          </a:solidFill>
          <a:ln>
            <a:noFill/>
          </a:ln>
          <a:effectLst>
            <a:outerShdw blurRad="381000" dist="254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Rounded Rectangle 25"/>
          <p:cNvSpPr/>
          <p:nvPr/>
        </p:nvSpPr>
        <p:spPr>
          <a:xfrm>
            <a:off x="9312573" y="3897786"/>
            <a:ext cx="1759924" cy="509674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6" name="图片 5" descr="穿黑色衣服的男人在桌子边&#10;&#10;低可信度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859" y="1530458"/>
            <a:ext cx="2471352" cy="1541136"/>
          </a:xfrm>
          <a:prstGeom prst="rect">
            <a:avLst/>
          </a:prstGeom>
        </p:spPr>
      </p:pic>
      <p:pic>
        <p:nvPicPr>
          <p:cNvPr id="7" name="图片 6" descr="桌子上放着笔记本电脑的人&#10;&#10;中度可信度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0" t="15447" r="4986" b="15447"/>
          <a:stretch>
            <a:fillRect/>
          </a:stretch>
        </p:blipFill>
        <p:spPr>
          <a:xfrm>
            <a:off x="5994688" y="1535798"/>
            <a:ext cx="2471351" cy="1528115"/>
          </a:xfrm>
          <a:prstGeom prst="rect">
            <a:avLst/>
          </a:prstGeom>
        </p:spPr>
      </p:pic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160910" y="4755380"/>
            <a:ext cx="2138906" cy="1167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9123082" y="4755380"/>
            <a:ext cx="2138906" cy="1167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Oval 17"/>
          <p:cNvSpPr/>
          <p:nvPr/>
        </p:nvSpPr>
        <p:spPr>
          <a:xfrm>
            <a:off x="1134610" y="5033665"/>
            <a:ext cx="335608" cy="335608"/>
          </a:xfrm>
          <a:prstGeom prst="ellipse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+mn-ea"/>
                <a:sym typeface="+mn-lt"/>
              </a:rPr>
              <a:t>A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11" name="Oval 18"/>
          <p:cNvSpPr/>
          <p:nvPr/>
        </p:nvSpPr>
        <p:spPr>
          <a:xfrm>
            <a:off x="1134610" y="5571534"/>
            <a:ext cx="335608" cy="335608"/>
          </a:xfrm>
          <a:prstGeom prst="ellipse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+mn-ea"/>
                <a:sym typeface="+mn-lt"/>
              </a:rPr>
              <a:t>B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12" name="Oval 19"/>
          <p:cNvSpPr/>
          <p:nvPr/>
        </p:nvSpPr>
        <p:spPr>
          <a:xfrm>
            <a:off x="3462767" y="5575836"/>
            <a:ext cx="335608" cy="335608"/>
          </a:xfrm>
          <a:prstGeom prst="ellipse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D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72379" y="4972836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72379" y="5565440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0535" y="5565440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Freeform 323"/>
          <p:cNvSpPr>
            <a:spLocks noEditPoints="1"/>
          </p:cNvSpPr>
          <p:nvPr/>
        </p:nvSpPr>
        <p:spPr bwMode="auto">
          <a:xfrm>
            <a:off x="1134610" y="1805102"/>
            <a:ext cx="473557" cy="459064"/>
          </a:xfrm>
          <a:custGeom>
            <a:avLst/>
            <a:gdLst>
              <a:gd name="T0" fmla="*/ 3258 w 3627"/>
              <a:gd name="T1" fmla="*/ 1698 h 3514"/>
              <a:gd name="T2" fmla="*/ 3129 w 3627"/>
              <a:gd name="T3" fmla="*/ 1803 h 3514"/>
              <a:gd name="T4" fmla="*/ 1950 w 3627"/>
              <a:gd name="T5" fmla="*/ 1826 h 3514"/>
              <a:gd name="T6" fmla="*/ 1772 w 3627"/>
              <a:gd name="T7" fmla="*/ 1947 h 3514"/>
              <a:gd name="T8" fmla="*/ 1700 w 3627"/>
              <a:gd name="T9" fmla="*/ 2153 h 3514"/>
              <a:gd name="T10" fmla="*/ 1772 w 3627"/>
              <a:gd name="T11" fmla="*/ 2362 h 3514"/>
              <a:gd name="T12" fmla="*/ 1950 w 3627"/>
              <a:gd name="T13" fmla="*/ 2483 h 3514"/>
              <a:gd name="T14" fmla="*/ 3280 w 3627"/>
              <a:gd name="T15" fmla="*/ 2410 h 3514"/>
              <a:gd name="T16" fmla="*/ 3390 w 3627"/>
              <a:gd name="T17" fmla="*/ 2154 h 3514"/>
              <a:gd name="T18" fmla="*/ 3377 w 3627"/>
              <a:gd name="T19" fmla="*/ 1868 h 3514"/>
              <a:gd name="T20" fmla="*/ 227 w 3627"/>
              <a:gd name="T21" fmla="*/ 1104 h 3514"/>
              <a:gd name="T22" fmla="*/ 274 w 3627"/>
              <a:gd name="T23" fmla="*/ 3077 h 3514"/>
              <a:gd name="T24" fmla="*/ 436 w 3627"/>
              <a:gd name="T25" fmla="*/ 3241 h 3514"/>
              <a:gd name="T26" fmla="*/ 2664 w 3627"/>
              <a:gd name="T27" fmla="*/ 3288 h 3514"/>
              <a:gd name="T28" fmla="*/ 2890 w 3627"/>
              <a:gd name="T29" fmla="*/ 3216 h 3514"/>
              <a:gd name="T30" fmla="*/ 3034 w 3627"/>
              <a:gd name="T31" fmla="*/ 3034 h 3514"/>
              <a:gd name="T32" fmla="*/ 2040 w 3627"/>
              <a:gd name="T33" fmla="*/ 2720 h 3514"/>
              <a:gd name="T34" fmla="*/ 1754 w 3627"/>
              <a:gd name="T35" fmla="*/ 2643 h 3514"/>
              <a:gd name="T36" fmla="*/ 1551 w 3627"/>
              <a:gd name="T37" fmla="*/ 2440 h 3514"/>
              <a:gd name="T38" fmla="*/ 1474 w 3627"/>
              <a:gd name="T39" fmla="*/ 2153 h 3514"/>
              <a:gd name="T40" fmla="*/ 1551 w 3627"/>
              <a:gd name="T41" fmla="*/ 1868 h 3514"/>
              <a:gd name="T42" fmla="*/ 1754 w 3627"/>
              <a:gd name="T43" fmla="*/ 1664 h 3514"/>
              <a:gd name="T44" fmla="*/ 2040 w 3627"/>
              <a:gd name="T45" fmla="*/ 1587 h 3514"/>
              <a:gd name="T46" fmla="*/ 3035 w 3627"/>
              <a:gd name="T47" fmla="*/ 1290 h 3514"/>
              <a:gd name="T48" fmla="*/ 623 w 3627"/>
              <a:gd name="T49" fmla="*/ 1247 h 3514"/>
              <a:gd name="T50" fmla="*/ 326 w 3627"/>
              <a:gd name="T51" fmla="*/ 1172 h 3514"/>
              <a:gd name="T52" fmla="*/ 493 w 3627"/>
              <a:gd name="T53" fmla="*/ 998 h 3514"/>
              <a:gd name="T54" fmla="*/ 2833 w 3627"/>
              <a:gd name="T55" fmla="*/ 906 h 3514"/>
              <a:gd name="T56" fmla="*/ 2833 w 3627"/>
              <a:gd name="T57" fmla="*/ 681 h 3514"/>
              <a:gd name="T58" fmla="*/ 2833 w 3627"/>
              <a:gd name="T59" fmla="*/ 453 h 3514"/>
              <a:gd name="T60" fmla="*/ 480 w 3627"/>
              <a:gd name="T61" fmla="*/ 254 h 3514"/>
              <a:gd name="T62" fmla="*/ 298 w 3627"/>
              <a:gd name="T63" fmla="*/ 397 h 3514"/>
              <a:gd name="T64" fmla="*/ 227 w 3627"/>
              <a:gd name="T65" fmla="*/ 624 h 3514"/>
              <a:gd name="T66" fmla="*/ 307 w 3627"/>
              <a:gd name="T67" fmla="*/ 863 h 3514"/>
              <a:gd name="T68" fmla="*/ 365 w 3627"/>
              <a:gd name="T69" fmla="*/ 383 h 3514"/>
              <a:gd name="T70" fmla="*/ 2833 w 3627"/>
              <a:gd name="T71" fmla="*/ 340 h 3514"/>
              <a:gd name="T72" fmla="*/ 2936 w 3627"/>
              <a:gd name="T73" fmla="*/ 404 h 3514"/>
              <a:gd name="T74" fmla="*/ 3024 w 3627"/>
              <a:gd name="T75" fmla="*/ 1030 h 3514"/>
              <a:gd name="T76" fmla="*/ 3035 w 3627"/>
              <a:gd name="T77" fmla="*/ 269 h 3514"/>
              <a:gd name="T78" fmla="*/ 623 w 3627"/>
              <a:gd name="T79" fmla="*/ 228 h 3514"/>
              <a:gd name="T80" fmla="*/ 3080 w 3627"/>
              <a:gd name="T81" fmla="*/ 27 h 3514"/>
              <a:gd name="T82" fmla="*/ 3241 w 3627"/>
              <a:gd name="T83" fmla="*/ 168 h 3514"/>
              <a:gd name="T84" fmla="*/ 3287 w 3627"/>
              <a:gd name="T85" fmla="*/ 1361 h 3514"/>
              <a:gd name="T86" fmla="*/ 3511 w 3627"/>
              <a:gd name="T87" fmla="*/ 1612 h 3514"/>
              <a:gd name="T88" fmla="*/ 3618 w 3627"/>
              <a:gd name="T89" fmla="*/ 1913 h 3514"/>
              <a:gd name="T90" fmla="*/ 3606 w 3627"/>
              <a:gd name="T91" fmla="*/ 2230 h 3514"/>
              <a:gd name="T92" fmla="*/ 3476 w 3627"/>
              <a:gd name="T93" fmla="*/ 2525 h 3514"/>
              <a:gd name="T94" fmla="*/ 3287 w 3627"/>
              <a:gd name="T95" fmla="*/ 2890 h 3514"/>
              <a:gd name="T96" fmla="*/ 3212 w 3627"/>
              <a:gd name="T97" fmla="*/ 3187 h 3514"/>
              <a:gd name="T98" fmla="*/ 3012 w 3627"/>
              <a:gd name="T99" fmla="*/ 3408 h 3514"/>
              <a:gd name="T100" fmla="*/ 2727 w 3627"/>
              <a:gd name="T101" fmla="*/ 3511 h 3514"/>
              <a:gd name="T102" fmla="*/ 438 w 3627"/>
              <a:gd name="T103" fmla="*/ 3486 h 3514"/>
              <a:gd name="T104" fmla="*/ 183 w 3627"/>
              <a:gd name="T105" fmla="*/ 3331 h 3514"/>
              <a:gd name="T106" fmla="*/ 28 w 3627"/>
              <a:gd name="T107" fmla="*/ 3075 h 3514"/>
              <a:gd name="T108" fmla="*/ 3 w 3627"/>
              <a:gd name="T109" fmla="*/ 560 h 3514"/>
              <a:gd name="T110" fmla="*/ 106 w 3627"/>
              <a:gd name="T111" fmla="*/ 276 h 3514"/>
              <a:gd name="T112" fmla="*/ 326 w 3627"/>
              <a:gd name="T113" fmla="*/ 76 h 3514"/>
              <a:gd name="T114" fmla="*/ 623 w 3627"/>
              <a:gd name="T115" fmla="*/ 0 h 3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627" h="3514">
                <a:moveTo>
                  <a:pt x="3274" y="1663"/>
                </a:moveTo>
                <a:lnTo>
                  <a:pt x="3273" y="1666"/>
                </a:lnTo>
                <a:lnTo>
                  <a:pt x="3272" y="1668"/>
                </a:lnTo>
                <a:lnTo>
                  <a:pt x="3271" y="1671"/>
                </a:lnTo>
                <a:lnTo>
                  <a:pt x="3258" y="1698"/>
                </a:lnTo>
                <a:lnTo>
                  <a:pt x="3242" y="1722"/>
                </a:lnTo>
                <a:lnTo>
                  <a:pt x="3218" y="1749"/>
                </a:lnTo>
                <a:lnTo>
                  <a:pt x="3192" y="1772"/>
                </a:lnTo>
                <a:lnTo>
                  <a:pt x="3162" y="1789"/>
                </a:lnTo>
                <a:lnTo>
                  <a:pt x="3129" y="1803"/>
                </a:lnTo>
                <a:lnTo>
                  <a:pt x="3096" y="1811"/>
                </a:lnTo>
                <a:lnTo>
                  <a:pt x="3061" y="1814"/>
                </a:lnTo>
                <a:lnTo>
                  <a:pt x="2040" y="1814"/>
                </a:lnTo>
                <a:lnTo>
                  <a:pt x="1994" y="1817"/>
                </a:lnTo>
                <a:lnTo>
                  <a:pt x="1950" y="1826"/>
                </a:lnTo>
                <a:lnTo>
                  <a:pt x="1908" y="1841"/>
                </a:lnTo>
                <a:lnTo>
                  <a:pt x="1869" y="1861"/>
                </a:lnTo>
                <a:lnTo>
                  <a:pt x="1833" y="1885"/>
                </a:lnTo>
                <a:lnTo>
                  <a:pt x="1800" y="1913"/>
                </a:lnTo>
                <a:lnTo>
                  <a:pt x="1772" y="1947"/>
                </a:lnTo>
                <a:lnTo>
                  <a:pt x="1747" y="1983"/>
                </a:lnTo>
                <a:lnTo>
                  <a:pt x="1727" y="2022"/>
                </a:lnTo>
                <a:lnTo>
                  <a:pt x="1713" y="2064"/>
                </a:lnTo>
                <a:lnTo>
                  <a:pt x="1704" y="2108"/>
                </a:lnTo>
                <a:lnTo>
                  <a:pt x="1700" y="2153"/>
                </a:lnTo>
                <a:lnTo>
                  <a:pt x="1704" y="2200"/>
                </a:lnTo>
                <a:lnTo>
                  <a:pt x="1713" y="2244"/>
                </a:lnTo>
                <a:lnTo>
                  <a:pt x="1727" y="2286"/>
                </a:lnTo>
                <a:lnTo>
                  <a:pt x="1747" y="2325"/>
                </a:lnTo>
                <a:lnTo>
                  <a:pt x="1772" y="2362"/>
                </a:lnTo>
                <a:lnTo>
                  <a:pt x="1800" y="2395"/>
                </a:lnTo>
                <a:lnTo>
                  <a:pt x="1833" y="2424"/>
                </a:lnTo>
                <a:lnTo>
                  <a:pt x="1869" y="2448"/>
                </a:lnTo>
                <a:lnTo>
                  <a:pt x="1908" y="2467"/>
                </a:lnTo>
                <a:lnTo>
                  <a:pt x="1950" y="2483"/>
                </a:lnTo>
                <a:lnTo>
                  <a:pt x="1994" y="2492"/>
                </a:lnTo>
                <a:lnTo>
                  <a:pt x="2040" y="2494"/>
                </a:lnTo>
                <a:lnTo>
                  <a:pt x="3205" y="2494"/>
                </a:lnTo>
                <a:lnTo>
                  <a:pt x="3245" y="2454"/>
                </a:lnTo>
                <a:lnTo>
                  <a:pt x="3280" y="2410"/>
                </a:lnTo>
                <a:lnTo>
                  <a:pt x="3311" y="2363"/>
                </a:lnTo>
                <a:lnTo>
                  <a:pt x="3338" y="2314"/>
                </a:lnTo>
                <a:lnTo>
                  <a:pt x="3360" y="2263"/>
                </a:lnTo>
                <a:lnTo>
                  <a:pt x="3378" y="2209"/>
                </a:lnTo>
                <a:lnTo>
                  <a:pt x="3390" y="2154"/>
                </a:lnTo>
                <a:lnTo>
                  <a:pt x="3398" y="2098"/>
                </a:lnTo>
                <a:lnTo>
                  <a:pt x="3400" y="2041"/>
                </a:lnTo>
                <a:lnTo>
                  <a:pt x="3398" y="1981"/>
                </a:lnTo>
                <a:lnTo>
                  <a:pt x="3390" y="1923"/>
                </a:lnTo>
                <a:lnTo>
                  <a:pt x="3377" y="1868"/>
                </a:lnTo>
                <a:lnTo>
                  <a:pt x="3358" y="1813"/>
                </a:lnTo>
                <a:lnTo>
                  <a:pt x="3335" y="1760"/>
                </a:lnTo>
                <a:lnTo>
                  <a:pt x="3307" y="1711"/>
                </a:lnTo>
                <a:lnTo>
                  <a:pt x="3274" y="1663"/>
                </a:lnTo>
                <a:close/>
                <a:moveTo>
                  <a:pt x="227" y="1104"/>
                </a:moveTo>
                <a:lnTo>
                  <a:pt x="227" y="2890"/>
                </a:lnTo>
                <a:lnTo>
                  <a:pt x="230" y="2940"/>
                </a:lnTo>
                <a:lnTo>
                  <a:pt x="239" y="2988"/>
                </a:lnTo>
                <a:lnTo>
                  <a:pt x="253" y="3034"/>
                </a:lnTo>
                <a:lnTo>
                  <a:pt x="274" y="3077"/>
                </a:lnTo>
                <a:lnTo>
                  <a:pt x="298" y="3117"/>
                </a:lnTo>
                <a:lnTo>
                  <a:pt x="327" y="3154"/>
                </a:lnTo>
                <a:lnTo>
                  <a:pt x="359" y="3187"/>
                </a:lnTo>
                <a:lnTo>
                  <a:pt x="396" y="3216"/>
                </a:lnTo>
                <a:lnTo>
                  <a:pt x="436" y="3241"/>
                </a:lnTo>
                <a:lnTo>
                  <a:pt x="480" y="3261"/>
                </a:lnTo>
                <a:lnTo>
                  <a:pt x="526" y="3275"/>
                </a:lnTo>
                <a:lnTo>
                  <a:pt x="574" y="3284"/>
                </a:lnTo>
                <a:lnTo>
                  <a:pt x="623" y="3288"/>
                </a:lnTo>
                <a:lnTo>
                  <a:pt x="2664" y="3288"/>
                </a:lnTo>
                <a:lnTo>
                  <a:pt x="2714" y="3284"/>
                </a:lnTo>
                <a:lnTo>
                  <a:pt x="2762" y="3275"/>
                </a:lnTo>
                <a:lnTo>
                  <a:pt x="2808" y="3261"/>
                </a:lnTo>
                <a:lnTo>
                  <a:pt x="2850" y="3241"/>
                </a:lnTo>
                <a:lnTo>
                  <a:pt x="2890" y="3216"/>
                </a:lnTo>
                <a:lnTo>
                  <a:pt x="2927" y="3187"/>
                </a:lnTo>
                <a:lnTo>
                  <a:pt x="2961" y="3154"/>
                </a:lnTo>
                <a:lnTo>
                  <a:pt x="2990" y="3117"/>
                </a:lnTo>
                <a:lnTo>
                  <a:pt x="3014" y="3077"/>
                </a:lnTo>
                <a:lnTo>
                  <a:pt x="3034" y="3034"/>
                </a:lnTo>
                <a:lnTo>
                  <a:pt x="3049" y="2988"/>
                </a:lnTo>
                <a:lnTo>
                  <a:pt x="3058" y="2940"/>
                </a:lnTo>
                <a:lnTo>
                  <a:pt x="3061" y="2890"/>
                </a:lnTo>
                <a:lnTo>
                  <a:pt x="3061" y="2720"/>
                </a:lnTo>
                <a:lnTo>
                  <a:pt x="2040" y="2720"/>
                </a:lnTo>
                <a:lnTo>
                  <a:pt x="1978" y="2717"/>
                </a:lnTo>
                <a:lnTo>
                  <a:pt x="1919" y="2707"/>
                </a:lnTo>
                <a:lnTo>
                  <a:pt x="1861" y="2691"/>
                </a:lnTo>
                <a:lnTo>
                  <a:pt x="1806" y="2670"/>
                </a:lnTo>
                <a:lnTo>
                  <a:pt x="1754" y="2643"/>
                </a:lnTo>
                <a:lnTo>
                  <a:pt x="1706" y="2611"/>
                </a:lnTo>
                <a:lnTo>
                  <a:pt x="1660" y="2574"/>
                </a:lnTo>
                <a:lnTo>
                  <a:pt x="1620" y="2534"/>
                </a:lnTo>
                <a:lnTo>
                  <a:pt x="1583" y="2488"/>
                </a:lnTo>
                <a:lnTo>
                  <a:pt x="1551" y="2440"/>
                </a:lnTo>
                <a:lnTo>
                  <a:pt x="1524" y="2388"/>
                </a:lnTo>
                <a:lnTo>
                  <a:pt x="1503" y="2333"/>
                </a:lnTo>
                <a:lnTo>
                  <a:pt x="1486" y="2275"/>
                </a:lnTo>
                <a:lnTo>
                  <a:pt x="1477" y="2216"/>
                </a:lnTo>
                <a:lnTo>
                  <a:pt x="1474" y="2153"/>
                </a:lnTo>
                <a:lnTo>
                  <a:pt x="1477" y="2092"/>
                </a:lnTo>
                <a:lnTo>
                  <a:pt x="1486" y="2033"/>
                </a:lnTo>
                <a:lnTo>
                  <a:pt x="1503" y="1975"/>
                </a:lnTo>
                <a:lnTo>
                  <a:pt x="1524" y="1920"/>
                </a:lnTo>
                <a:lnTo>
                  <a:pt x="1551" y="1868"/>
                </a:lnTo>
                <a:lnTo>
                  <a:pt x="1583" y="1820"/>
                </a:lnTo>
                <a:lnTo>
                  <a:pt x="1620" y="1774"/>
                </a:lnTo>
                <a:lnTo>
                  <a:pt x="1660" y="1734"/>
                </a:lnTo>
                <a:lnTo>
                  <a:pt x="1706" y="1697"/>
                </a:lnTo>
                <a:lnTo>
                  <a:pt x="1754" y="1664"/>
                </a:lnTo>
                <a:lnTo>
                  <a:pt x="1806" y="1638"/>
                </a:lnTo>
                <a:lnTo>
                  <a:pt x="1861" y="1616"/>
                </a:lnTo>
                <a:lnTo>
                  <a:pt x="1919" y="1601"/>
                </a:lnTo>
                <a:lnTo>
                  <a:pt x="1978" y="1591"/>
                </a:lnTo>
                <a:lnTo>
                  <a:pt x="2040" y="1587"/>
                </a:lnTo>
                <a:lnTo>
                  <a:pt x="3061" y="1587"/>
                </a:lnTo>
                <a:lnTo>
                  <a:pt x="3061" y="1361"/>
                </a:lnTo>
                <a:lnTo>
                  <a:pt x="3058" y="1335"/>
                </a:lnTo>
                <a:lnTo>
                  <a:pt x="3049" y="1311"/>
                </a:lnTo>
                <a:lnTo>
                  <a:pt x="3035" y="1290"/>
                </a:lnTo>
                <a:lnTo>
                  <a:pt x="3019" y="1273"/>
                </a:lnTo>
                <a:lnTo>
                  <a:pt x="2997" y="1259"/>
                </a:lnTo>
                <a:lnTo>
                  <a:pt x="2973" y="1250"/>
                </a:lnTo>
                <a:lnTo>
                  <a:pt x="2947" y="1247"/>
                </a:lnTo>
                <a:lnTo>
                  <a:pt x="623" y="1247"/>
                </a:lnTo>
                <a:lnTo>
                  <a:pt x="559" y="1245"/>
                </a:lnTo>
                <a:lnTo>
                  <a:pt x="498" y="1235"/>
                </a:lnTo>
                <a:lnTo>
                  <a:pt x="438" y="1219"/>
                </a:lnTo>
                <a:lnTo>
                  <a:pt x="381" y="1198"/>
                </a:lnTo>
                <a:lnTo>
                  <a:pt x="326" y="1172"/>
                </a:lnTo>
                <a:lnTo>
                  <a:pt x="275" y="1141"/>
                </a:lnTo>
                <a:lnTo>
                  <a:pt x="227" y="1104"/>
                </a:lnTo>
                <a:close/>
                <a:moveTo>
                  <a:pt x="453" y="906"/>
                </a:moveTo>
                <a:lnTo>
                  <a:pt x="453" y="981"/>
                </a:lnTo>
                <a:lnTo>
                  <a:pt x="493" y="998"/>
                </a:lnTo>
                <a:lnTo>
                  <a:pt x="535" y="1010"/>
                </a:lnTo>
                <a:lnTo>
                  <a:pt x="578" y="1018"/>
                </a:lnTo>
                <a:lnTo>
                  <a:pt x="623" y="1020"/>
                </a:lnTo>
                <a:lnTo>
                  <a:pt x="2833" y="1020"/>
                </a:lnTo>
                <a:lnTo>
                  <a:pt x="2833" y="906"/>
                </a:lnTo>
                <a:lnTo>
                  <a:pt x="453" y="906"/>
                </a:lnTo>
                <a:close/>
                <a:moveTo>
                  <a:pt x="453" y="681"/>
                </a:moveTo>
                <a:lnTo>
                  <a:pt x="453" y="794"/>
                </a:lnTo>
                <a:lnTo>
                  <a:pt x="2833" y="794"/>
                </a:lnTo>
                <a:lnTo>
                  <a:pt x="2833" y="681"/>
                </a:lnTo>
                <a:lnTo>
                  <a:pt x="453" y="681"/>
                </a:lnTo>
                <a:close/>
                <a:moveTo>
                  <a:pt x="453" y="453"/>
                </a:moveTo>
                <a:lnTo>
                  <a:pt x="453" y="567"/>
                </a:lnTo>
                <a:lnTo>
                  <a:pt x="2833" y="567"/>
                </a:lnTo>
                <a:lnTo>
                  <a:pt x="2833" y="453"/>
                </a:lnTo>
                <a:lnTo>
                  <a:pt x="453" y="453"/>
                </a:lnTo>
                <a:close/>
                <a:moveTo>
                  <a:pt x="623" y="228"/>
                </a:moveTo>
                <a:lnTo>
                  <a:pt x="574" y="230"/>
                </a:lnTo>
                <a:lnTo>
                  <a:pt x="526" y="240"/>
                </a:lnTo>
                <a:lnTo>
                  <a:pt x="480" y="254"/>
                </a:lnTo>
                <a:lnTo>
                  <a:pt x="436" y="273"/>
                </a:lnTo>
                <a:lnTo>
                  <a:pt x="396" y="298"/>
                </a:lnTo>
                <a:lnTo>
                  <a:pt x="359" y="327"/>
                </a:lnTo>
                <a:lnTo>
                  <a:pt x="327" y="360"/>
                </a:lnTo>
                <a:lnTo>
                  <a:pt x="298" y="397"/>
                </a:lnTo>
                <a:lnTo>
                  <a:pt x="274" y="438"/>
                </a:lnTo>
                <a:lnTo>
                  <a:pt x="253" y="480"/>
                </a:lnTo>
                <a:lnTo>
                  <a:pt x="239" y="526"/>
                </a:lnTo>
                <a:lnTo>
                  <a:pt x="230" y="574"/>
                </a:lnTo>
                <a:lnTo>
                  <a:pt x="227" y="624"/>
                </a:lnTo>
                <a:lnTo>
                  <a:pt x="230" y="676"/>
                </a:lnTo>
                <a:lnTo>
                  <a:pt x="241" y="728"/>
                </a:lnTo>
                <a:lnTo>
                  <a:pt x="257" y="776"/>
                </a:lnTo>
                <a:lnTo>
                  <a:pt x="279" y="820"/>
                </a:lnTo>
                <a:lnTo>
                  <a:pt x="307" y="863"/>
                </a:lnTo>
                <a:lnTo>
                  <a:pt x="339" y="901"/>
                </a:lnTo>
                <a:lnTo>
                  <a:pt x="339" y="453"/>
                </a:lnTo>
                <a:lnTo>
                  <a:pt x="343" y="427"/>
                </a:lnTo>
                <a:lnTo>
                  <a:pt x="352" y="404"/>
                </a:lnTo>
                <a:lnTo>
                  <a:pt x="365" y="383"/>
                </a:lnTo>
                <a:lnTo>
                  <a:pt x="383" y="365"/>
                </a:lnTo>
                <a:lnTo>
                  <a:pt x="403" y="352"/>
                </a:lnTo>
                <a:lnTo>
                  <a:pt x="428" y="343"/>
                </a:lnTo>
                <a:lnTo>
                  <a:pt x="453" y="340"/>
                </a:lnTo>
                <a:lnTo>
                  <a:pt x="2833" y="340"/>
                </a:lnTo>
                <a:lnTo>
                  <a:pt x="2860" y="343"/>
                </a:lnTo>
                <a:lnTo>
                  <a:pt x="2884" y="352"/>
                </a:lnTo>
                <a:lnTo>
                  <a:pt x="2905" y="365"/>
                </a:lnTo>
                <a:lnTo>
                  <a:pt x="2923" y="383"/>
                </a:lnTo>
                <a:lnTo>
                  <a:pt x="2936" y="404"/>
                </a:lnTo>
                <a:lnTo>
                  <a:pt x="2944" y="427"/>
                </a:lnTo>
                <a:lnTo>
                  <a:pt x="2947" y="453"/>
                </a:lnTo>
                <a:lnTo>
                  <a:pt x="2947" y="1020"/>
                </a:lnTo>
                <a:lnTo>
                  <a:pt x="2986" y="1022"/>
                </a:lnTo>
                <a:lnTo>
                  <a:pt x="3024" y="1030"/>
                </a:lnTo>
                <a:lnTo>
                  <a:pt x="3061" y="1041"/>
                </a:lnTo>
                <a:lnTo>
                  <a:pt x="3061" y="340"/>
                </a:lnTo>
                <a:lnTo>
                  <a:pt x="3058" y="315"/>
                </a:lnTo>
                <a:lnTo>
                  <a:pt x="3049" y="290"/>
                </a:lnTo>
                <a:lnTo>
                  <a:pt x="3035" y="269"/>
                </a:lnTo>
                <a:lnTo>
                  <a:pt x="3019" y="252"/>
                </a:lnTo>
                <a:lnTo>
                  <a:pt x="2997" y="239"/>
                </a:lnTo>
                <a:lnTo>
                  <a:pt x="2973" y="230"/>
                </a:lnTo>
                <a:lnTo>
                  <a:pt x="2947" y="228"/>
                </a:lnTo>
                <a:lnTo>
                  <a:pt x="623" y="228"/>
                </a:lnTo>
                <a:close/>
                <a:moveTo>
                  <a:pt x="623" y="0"/>
                </a:moveTo>
                <a:lnTo>
                  <a:pt x="2947" y="0"/>
                </a:lnTo>
                <a:lnTo>
                  <a:pt x="2993" y="3"/>
                </a:lnTo>
                <a:lnTo>
                  <a:pt x="3038" y="12"/>
                </a:lnTo>
                <a:lnTo>
                  <a:pt x="3080" y="27"/>
                </a:lnTo>
                <a:lnTo>
                  <a:pt x="3119" y="47"/>
                </a:lnTo>
                <a:lnTo>
                  <a:pt x="3155" y="71"/>
                </a:lnTo>
                <a:lnTo>
                  <a:pt x="3187" y="100"/>
                </a:lnTo>
                <a:lnTo>
                  <a:pt x="3216" y="133"/>
                </a:lnTo>
                <a:lnTo>
                  <a:pt x="3241" y="168"/>
                </a:lnTo>
                <a:lnTo>
                  <a:pt x="3261" y="208"/>
                </a:lnTo>
                <a:lnTo>
                  <a:pt x="3275" y="250"/>
                </a:lnTo>
                <a:lnTo>
                  <a:pt x="3284" y="294"/>
                </a:lnTo>
                <a:lnTo>
                  <a:pt x="3287" y="340"/>
                </a:lnTo>
                <a:lnTo>
                  <a:pt x="3287" y="1361"/>
                </a:lnTo>
                <a:lnTo>
                  <a:pt x="3341" y="1405"/>
                </a:lnTo>
                <a:lnTo>
                  <a:pt x="3392" y="1452"/>
                </a:lnTo>
                <a:lnTo>
                  <a:pt x="3436" y="1503"/>
                </a:lnTo>
                <a:lnTo>
                  <a:pt x="3476" y="1556"/>
                </a:lnTo>
                <a:lnTo>
                  <a:pt x="3511" y="1612"/>
                </a:lnTo>
                <a:lnTo>
                  <a:pt x="3542" y="1669"/>
                </a:lnTo>
                <a:lnTo>
                  <a:pt x="3568" y="1728"/>
                </a:lnTo>
                <a:lnTo>
                  <a:pt x="3589" y="1789"/>
                </a:lnTo>
                <a:lnTo>
                  <a:pt x="3606" y="1851"/>
                </a:lnTo>
                <a:lnTo>
                  <a:pt x="3618" y="1913"/>
                </a:lnTo>
                <a:lnTo>
                  <a:pt x="3625" y="1977"/>
                </a:lnTo>
                <a:lnTo>
                  <a:pt x="3627" y="2041"/>
                </a:lnTo>
                <a:lnTo>
                  <a:pt x="3625" y="2104"/>
                </a:lnTo>
                <a:lnTo>
                  <a:pt x="3618" y="2168"/>
                </a:lnTo>
                <a:lnTo>
                  <a:pt x="3606" y="2230"/>
                </a:lnTo>
                <a:lnTo>
                  <a:pt x="3589" y="2293"/>
                </a:lnTo>
                <a:lnTo>
                  <a:pt x="3568" y="2353"/>
                </a:lnTo>
                <a:lnTo>
                  <a:pt x="3542" y="2412"/>
                </a:lnTo>
                <a:lnTo>
                  <a:pt x="3511" y="2470"/>
                </a:lnTo>
                <a:lnTo>
                  <a:pt x="3476" y="2525"/>
                </a:lnTo>
                <a:lnTo>
                  <a:pt x="3436" y="2579"/>
                </a:lnTo>
                <a:lnTo>
                  <a:pt x="3392" y="2629"/>
                </a:lnTo>
                <a:lnTo>
                  <a:pt x="3341" y="2677"/>
                </a:lnTo>
                <a:lnTo>
                  <a:pt x="3287" y="2720"/>
                </a:lnTo>
                <a:lnTo>
                  <a:pt x="3287" y="2890"/>
                </a:lnTo>
                <a:lnTo>
                  <a:pt x="3284" y="2954"/>
                </a:lnTo>
                <a:lnTo>
                  <a:pt x="3274" y="3016"/>
                </a:lnTo>
                <a:lnTo>
                  <a:pt x="3259" y="3075"/>
                </a:lnTo>
                <a:lnTo>
                  <a:pt x="3239" y="3134"/>
                </a:lnTo>
                <a:lnTo>
                  <a:pt x="3212" y="3187"/>
                </a:lnTo>
                <a:lnTo>
                  <a:pt x="3181" y="3238"/>
                </a:lnTo>
                <a:lnTo>
                  <a:pt x="3145" y="3288"/>
                </a:lnTo>
                <a:lnTo>
                  <a:pt x="3105" y="3331"/>
                </a:lnTo>
                <a:lnTo>
                  <a:pt x="3060" y="3371"/>
                </a:lnTo>
                <a:lnTo>
                  <a:pt x="3012" y="3408"/>
                </a:lnTo>
                <a:lnTo>
                  <a:pt x="2961" y="3439"/>
                </a:lnTo>
                <a:lnTo>
                  <a:pt x="2906" y="3465"/>
                </a:lnTo>
                <a:lnTo>
                  <a:pt x="2849" y="3486"/>
                </a:lnTo>
                <a:lnTo>
                  <a:pt x="2790" y="3502"/>
                </a:lnTo>
                <a:lnTo>
                  <a:pt x="2727" y="3511"/>
                </a:lnTo>
                <a:lnTo>
                  <a:pt x="2664" y="3514"/>
                </a:lnTo>
                <a:lnTo>
                  <a:pt x="623" y="3514"/>
                </a:lnTo>
                <a:lnTo>
                  <a:pt x="559" y="3511"/>
                </a:lnTo>
                <a:lnTo>
                  <a:pt x="498" y="3502"/>
                </a:lnTo>
                <a:lnTo>
                  <a:pt x="438" y="3486"/>
                </a:lnTo>
                <a:lnTo>
                  <a:pt x="381" y="3465"/>
                </a:lnTo>
                <a:lnTo>
                  <a:pt x="326" y="3439"/>
                </a:lnTo>
                <a:lnTo>
                  <a:pt x="275" y="3408"/>
                </a:lnTo>
                <a:lnTo>
                  <a:pt x="227" y="3371"/>
                </a:lnTo>
                <a:lnTo>
                  <a:pt x="183" y="3331"/>
                </a:lnTo>
                <a:lnTo>
                  <a:pt x="143" y="3288"/>
                </a:lnTo>
                <a:lnTo>
                  <a:pt x="106" y="3238"/>
                </a:lnTo>
                <a:lnTo>
                  <a:pt x="75" y="3187"/>
                </a:lnTo>
                <a:lnTo>
                  <a:pt x="49" y="3134"/>
                </a:lnTo>
                <a:lnTo>
                  <a:pt x="28" y="3075"/>
                </a:lnTo>
                <a:lnTo>
                  <a:pt x="12" y="3016"/>
                </a:lnTo>
                <a:lnTo>
                  <a:pt x="3" y="2954"/>
                </a:lnTo>
                <a:lnTo>
                  <a:pt x="0" y="2890"/>
                </a:lnTo>
                <a:lnTo>
                  <a:pt x="0" y="624"/>
                </a:lnTo>
                <a:lnTo>
                  <a:pt x="3" y="560"/>
                </a:lnTo>
                <a:lnTo>
                  <a:pt x="12" y="498"/>
                </a:lnTo>
                <a:lnTo>
                  <a:pt x="28" y="439"/>
                </a:lnTo>
                <a:lnTo>
                  <a:pt x="49" y="382"/>
                </a:lnTo>
                <a:lnTo>
                  <a:pt x="75" y="327"/>
                </a:lnTo>
                <a:lnTo>
                  <a:pt x="106" y="276"/>
                </a:lnTo>
                <a:lnTo>
                  <a:pt x="143" y="228"/>
                </a:lnTo>
                <a:lnTo>
                  <a:pt x="183" y="183"/>
                </a:lnTo>
                <a:lnTo>
                  <a:pt x="227" y="143"/>
                </a:lnTo>
                <a:lnTo>
                  <a:pt x="275" y="107"/>
                </a:lnTo>
                <a:lnTo>
                  <a:pt x="326" y="76"/>
                </a:lnTo>
                <a:lnTo>
                  <a:pt x="381" y="49"/>
                </a:lnTo>
                <a:lnTo>
                  <a:pt x="438" y="29"/>
                </a:lnTo>
                <a:lnTo>
                  <a:pt x="498" y="13"/>
                </a:lnTo>
                <a:lnTo>
                  <a:pt x="559" y="3"/>
                </a:lnTo>
                <a:lnTo>
                  <a:pt x="623" y="0"/>
                </a:ln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01" tIns="45700" rIns="91401" bIns="4570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030724" y="2446055"/>
            <a:ext cx="4361194" cy="19983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11037" y="1931945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Oval 19"/>
          <p:cNvSpPr/>
          <p:nvPr/>
        </p:nvSpPr>
        <p:spPr>
          <a:xfrm>
            <a:off x="3466931" y="4986766"/>
            <a:ext cx="335608" cy="335608"/>
          </a:xfrm>
          <a:prstGeom prst="ellipse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+mn-ea"/>
                <a:sym typeface="+mn-lt"/>
              </a:rPr>
              <a:t>C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04699" y="4976369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7b785d810eb8ce5b3e6cb7e7b338ab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5364" r="25869"/>
          <a:stretch>
            <a:fillRect/>
          </a:stretch>
        </p:blipFill>
        <p:spPr>
          <a:xfrm>
            <a:off x="-4445" y="0"/>
            <a:ext cx="4839335" cy="686054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-4445" y="1270"/>
            <a:ext cx="4839970" cy="6859270"/>
          </a:xfrm>
          <a:prstGeom prst="rect">
            <a:avLst/>
          </a:prstGeom>
          <a:solidFill>
            <a:schemeClr val="tx2">
              <a:lumMod val="60000"/>
              <a:lumOff val="40000"/>
              <a:alpha val="2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4" name="组合 243"/>
          <p:cNvGrpSpPr/>
          <p:nvPr/>
        </p:nvGrpSpPr>
        <p:grpSpPr>
          <a:xfrm>
            <a:off x="9575497" y="2174967"/>
            <a:ext cx="1290871" cy="235696"/>
            <a:chOff x="8971447" y="2172617"/>
            <a:chExt cx="759125" cy="568897"/>
          </a:xfrm>
          <a:solidFill>
            <a:srgbClr val="3070BC"/>
          </a:solidFill>
        </p:grpSpPr>
        <p:sp>
          <p:nvSpPr>
            <p:cNvPr id="218" name="矩形 217"/>
            <p:cNvSpPr/>
            <p:nvPr>
              <p:custDataLst>
                <p:tags r:id="rId4"/>
              </p:custDataLst>
            </p:nvPr>
          </p:nvSpPr>
          <p:spPr>
            <a:xfrm>
              <a:off x="8971447" y="2172617"/>
              <a:ext cx="238791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19" name="矩形 218"/>
            <p:cNvSpPr/>
            <p:nvPr>
              <p:custDataLst>
                <p:tags r:id="rId5"/>
              </p:custDataLst>
            </p:nvPr>
          </p:nvSpPr>
          <p:spPr>
            <a:xfrm>
              <a:off x="9312857" y="2172617"/>
              <a:ext cx="107228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0" name="矩形 219"/>
            <p:cNvSpPr/>
            <p:nvPr>
              <p:custDataLst>
                <p:tags r:id="rId6"/>
              </p:custDataLst>
            </p:nvPr>
          </p:nvSpPr>
          <p:spPr>
            <a:xfrm>
              <a:off x="9522704" y="2172617"/>
              <a:ext cx="6746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1" name="矩形 220"/>
            <p:cNvSpPr/>
            <p:nvPr>
              <p:custDataLst>
                <p:tags r:id="rId7"/>
              </p:custDataLst>
            </p:nvPr>
          </p:nvSpPr>
          <p:spPr>
            <a:xfrm>
              <a:off x="9692788" y="2172617"/>
              <a:ext cx="3778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sp>
        <p:nvSpPr>
          <p:cNvPr id="245" name="TextBox 42"/>
          <p:cNvSpPr txBox="1"/>
          <p:nvPr>
            <p:custDataLst>
              <p:tags r:id="rId8"/>
            </p:custDataLst>
          </p:nvPr>
        </p:nvSpPr>
        <p:spPr>
          <a:xfrm>
            <a:off x="6286500" y="2687955"/>
            <a:ext cx="5363210" cy="767080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02 XXXX</a:t>
            </a:r>
            <a:endParaRPr lang="en-US" altLang="zh-CN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1" name="TextBox 250"/>
          <p:cNvSpPr txBox="1"/>
          <p:nvPr>
            <p:custDataLst>
              <p:tags r:id="rId9"/>
            </p:custDataLst>
          </p:nvPr>
        </p:nvSpPr>
        <p:spPr>
          <a:xfrm>
            <a:off x="7265035" y="3764915"/>
            <a:ext cx="3146425" cy="3771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28" tIns="45713" rIns="91428" bIns="45713" rtlCol="0">
            <a:spAutoFit/>
          </a:bodyPr>
          <a:lstStyle/>
          <a:p>
            <a:r>
              <a:rPr 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真诚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实干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共进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互赢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2"/>
          <p:cNvSpPr txBox="1"/>
          <p:nvPr>
            <p:custDataLst>
              <p:tags r:id="rId10"/>
            </p:custDataLst>
          </p:nvPr>
        </p:nvSpPr>
        <p:spPr>
          <a:xfrm>
            <a:off x="6327987" y="2103967"/>
            <a:ext cx="3087793" cy="33591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technical competence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占位符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7" t="3396" r="16037" b="3396"/>
          <a:stretch>
            <a:fillRect/>
          </a:stretch>
        </p:blipFill>
        <p:spPr>
          <a:xfrm>
            <a:off x="-5786" y="1735472"/>
            <a:ext cx="4182259" cy="3826480"/>
          </a:xfrm>
          <a:prstGeom prst="rect">
            <a:avLst/>
          </a:prstGeom>
        </p:spPr>
      </p:pic>
      <p:grpSp>
        <p:nvGrpSpPr>
          <p:cNvPr id="3" name="Group 13"/>
          <p:cNvGrpSpPr/>
          <p:nvPr>
            <p:custDataLst>
              <p:tags r:id="rId2"/>
            </p:custDataLst>
          </p:nvPr>
        </p:nvGrpSpPr>
        <p:grpSpPr>
          <a:xfrm>
            <a:off x="7199712" y="3352338"/>
            <a:ext cx="463787" cy="464557"/>
            <a:chOff x="7827963" y="8048626"/>
            <a:chExt cx="1905000" cy="1908175"/>
          </a:xfrm>
          <a:solidFill>
            <a:schemeClr val="accent2">
              <a:lumMod val="75000"/>
            </a:schemeClr>
          </a:solidFill>
        </p:grpSpPr>
        <p:sp>
          <p:nvSpPr>
            <p:cNvPr id="4" name="Freeform 9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7827963" y="8048626"/>
              <a:ext cx="1905000" cy="1908175"/>
            </a:xfrm>
            <a:custGeom>
              <a:avLst/>
              <a:gdLst>
                <a:gd name="T0" fmla="*/ 1509 w 1566"/>
                <a:gd name="T1" fmla="*/ 711 h 1566"/>
                <a:gd name="T2" fmla="*/ 1566 w 1566"/>
                <a:gd name="T3" fmla="*/ 653 h 1566"/>
                <a:gd name="T4" fmla="*/ 1566 w 1566"/>
                <a:gd name="T5" fmla="*/ 264 h 1566"/>
                <a:gd name="T6" fmla="*/ 1302 w 1566"/>
                <a:gd name="T7" fmla="*/ 0 h 1566"/>
                <a:gd name="T8" fmla="*/ 264 w 1566"/>
                <a:gd name="T9" fmla="*/ 0 h 1566"/>
                <a:gd name="T10" fmla="*/ 0 w 1566"/>
                <a:gd name="T11" fmla="*/ 264 h 1566"/>
                <a:gd name="T12" fmla="*/ 0 w 1566"/>
                <a:gd name="T13" fmla="*/ 1302 h 1566"/>
                <a:gd name="T14" fmla="*/ 264 w 1566"/>
                <a:gd name="T15" fmla="*/ 1566 h 1566"/>
                <a:gd name="T16" fmla="*/ 1302 w 1566"/>
                <a:gd name="T17" fmla="*/ 1566 h 1566"/>
                <a:gd name="T18" fmla="*/ 1566 w 1566"/>
                <a:gd name="T19" fmla="*/ 1302 h 1566"/>
                <a:gd name="T20" fmla="*/ 1566 w 1566"/>
                <a:gd name="T21" fmla="*/ 1035 h 1566"/>
                <a:gd name="T22" fmla="*/ 1549 w 1566"/>
                <a:gd name="T23" fmla="*/ 993 h 1566"/>
                <a:gd name="T24" fmla="*/ 1174 w 1566"/>
                <a:gd name="T25" fmla="*/ 619 h 1566"/>
                <a:gd name="T26" fmla="*/ 1133 w 1566"/>
                <a:gd name="T27" fmla="*/ 602 h 1566"/>
                <a:gd name="T28" fmla="*/ 1093 w 1566"/>
                <a:gd name="T29" fmla="*/ 619 h 1566"/>
                <a:gd name="T30" fmla="*/ 664 w 1566"/>
                <a:gd name="T31" fmla="*/ 1047 h 1566"/>
                <a:gd name="T32" fmla="*/ 433 w 1566"/>
                <a:gd name="T33" fmla="*/ 816 h 1566"/>
                <a:gd name="T34" fmla="*/ 351 w 1566"/>
                <a:gd name="T35" fmla="*/ 816 h 1566"/>
                <a:gd name="T36" fmla="*/ 116 w 1566"/>
                <a:gd name="T37" fmla="*/ 1052 h 1566"/>
                <a:gd name="T38" fmla="*/ 116 w 1566"/>
                <a:gd name="T39" fmla="*/ 264 h 1566"/>
                <a:gd name="T40" fmla="*/ 265 w 1566"/>
                <a:gd name="T41" fmla="*/ 115 h 1566"/>
                <a:gd name="T42" fmla="*/ 1302 w 1566"/>
                <a:gd name="T43" fmla="*/ 115 h 1566"/>
                <a:gd name="T44" fmla="*/ 1451 w 1566"/>
                <a:gd name="T45" fmla="*/ 264 h 1566"/>
                <a:gd name="T46" fmla="*/ 1451 w 1566"/>
                <a:gd name="T47" fmla="*/ 653 h 1566"/>
                <a:gd name="T48" fmla="*/ 1509 w 1566"/>
                <a:gd name="T49" fmla="*/ 711 h 1566"/>
                <a:gd name="T50" fmla="*/ 392 w 1566"/>
                <a:gd name="T51" fmla="*/ 938 h 1566"/>
                <a:gd name="T52" fmla="*/ 623 w 1566"/>
                <a:gd name="T53" fmla="*/ 1169 h 1566"/>
                <a:gd name="T54" fmla="*/ 664 w 1566"/>
                <a:gd name="T55" fmla="*/ 1186 h 1566"/>
                <a:gd name="T56" fmla="*/ 704 w 1566"/>
                <a:gd name="T57" fmla="*/ 1169 h 1566"/>
                <a:gd name="T58" fmla="*/ 1133 w 1566"/>
                <a:gd name="T59" fmla="*/ 740 h 1566"/>
                <a:gd name="T60" fmla="*/ 1451 w 1566"/>
                <a:gd name="T61" fmla="*/ 1058 h 1566"/>
                <a:gd name="T62" fmla="*/ 1451 w 1566"/>
                <a:gd name="T63" fmla="*/ 1302 h 1566"/>
                <a:gd name="T64" fmla="*/ 1301 w 1566"/>
                <a:gd name="T65" fmla="*/ 1451 h 1566"/>
                <a:gd name="T66" fmla="*/ 264 w 1566"/>
                <a:gd name="T67" fmla="*/ 1451 h 1566"/>
                <a:gd name="T68" fmla="*/ 115 w 1566"/>
                <a:gd name="T69" fmla="*/ 1302 h 1566"/>
                <a:gd name="T70" fmla="*/ 115 w 1566"/>
                <a:gd name="T71" fmla="*/ 1215 h 1566"/>
                <a:gd name="T72" fmla="*/ 392 w 1566"/>
                <a:gd name="T73" fmla="*/ 938 h 1566"/>
                <a:gd name="T74" fmla="*/ 392 w 1566"/>
                <a:gd name="T75" fmla="*/ 938 h 1566"/>
                <a:gd name="T76" fmla="*/ 392 w 1566"/>
                <a:gd name="T77" fmla="*/ 938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66" h="1566">
                  <a:moveTo>
                    <a:pt x="1509" y="711"/>
                  </a:moveTo>
                  <a:cubicBezTo>
                    <a:pt x="1541" y="711"/>
                    <a:pt x="1566" y="685"/>
                    <a:pt x="1566" y="653"/>
                  </a:cubicBezTo>
                  <a:cubicBezTo>
                    <a:pt x="1566" y="264"/>
                    <a:pt x="1566" y="264"/>
                    <a:pt x="1566" y="264"/>
                  </a:cubicBezTo>
                  <a:cubicBezTo>
                    <a:pt x="1566" y="118"/>
                    <a:pt x="1448" y="0"/>
                    <a:pt x="1302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119" y="0"/>
                    <a:pt x="0" y="118"/>
                    <a:pt x="0" y="264"/>
                  </a:cubicBezTo>
                  <a:cubicBezTo>
                    <a:pt x="0" y="1302"/>
                    <a:pt x="0" y="1302"/>
                    <a:pt x="0" y="1302"/>
                  </a:cubicBezTo>
                  <a:cubicBezTo>
                    <a:pt x="0" y="1448"/>
                    <a:pt x="119" y="1566"/>
                    <a:pt x="264" y="1566"/>
                  </a:cubicBezTo>
                  <a:cubicBezTo>
                    <a:pt x="1302" y="1566"/>
                    <a:pt x="1302" y="1566"/>
                    <a:pt x="1302" y="1566"/>
                  </a:cubicBezTo>
                  <a:cubicBezTo>
                    <a:pt x="1447" y="1566"/>
                    <a:pt x="1566" y="1448"/>
                    <a:pt x="1566" y="1302"/>
                  </a:cubicBezTo>
                  <a:cubicBezTo>
                    <a:pt x="1566" y="1035"/>
                    <a:pt x="1566" y="1035"/>
                    <a:pt x="1566" y="1035"/>
                  </a:cubicBezTo>
                  <a:cubicBezTo>
                    <a:pt x="1566" y="1020"/>
                    <a:pt x="1561" y="1005"/>
                    <a:pt x="1549" y="993"/>
                  </a:cubicBezTo>
                  <a:cubicBezTo>
                    <a:pt x="1174" y="619"/>
                    <a:pt x="1174" y="619"/>
                    <a:pt x="1174" y="619"/>
                  </a:cubicBezTo>
                  <a:cubicBezTo>
                    <a:pt x="1163" y="608"/>
                    <a:pt x="1149" y="602"/>
                    <a:pt x="1133" y="602"/>
                  </a:cubicBezTo>
                  <a:cubicBezTo>
                    <a:pt x="1118" y="602"/>
                    <a:pt x="1103" y="608"/>
                    <a:pt x="1093" y="619"/>
                  </a:cubicBezTo>
                  <a:cubicBezTo>
                    <a:pt x="664" y="1047"/>
                    <a:pt x="664" y="1047"/>
                    <a:pt x="664" y="1047"/>
                  </a:cubicBezTo>
                  <a:cubicBezTo>
                    <a:pt x="433" y="816"/>
                    <a:pt x="433" y="816"/>
                    <a:pt x="433" y="816"/>
                  </a:cubicBezTo>
                  <a:cubicBezTo>
                    <a:pt x="411" y="794"/>
                    <a:pt x="374" y="794"/>
                    <a:pt x="351" y="816"/>
                  </a:cubicBezTo>
                  <a:cubicBezTo>
                    <a:pt x="116" y="1052"/>
                    <a:pt x="116" y="1052"/>
                    <a:pt x="116" y="1052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182"/>
                    <a:pt x="182" y="115"/>
                    <a:pt x="265" y="115"/>
                  </a:cubicBezTo>
                  <a:cubicBezTo>
                    <a:pt x="1302" y="115"/>
                    <a:pt x="1302" y="115"/>
                    <a:pt x="1302" y="115"/>
                  </a:cubicBezTo>
                  <a:cubicBezTo>
                    <a:pt x="1384" y="115"/>
                    <a:pt x="1451" y="182"/>
                    <a:pt x="1451" y="264"/>
                  </a:cubicBezTo>
                  <a:cubicBezTo>
                    <a:pt x="1451" y="653"/>
                    <a:pt x="1451" y="653"/>
                    <a:pt x="1451" y="653"/>
                  </a:cubicBezTo>
                  <a:cubicBezTo>
                    <a:pt x="1451" y="685"/>
                    <a:pt x="1477" y="711"/>
                    <a:pt x="1509" y="711"/>
                  </a:cubicBezTo>
                  <a:close/>
                  <a:moveTo>
                    <a:pt x="392" y="938"/>
                  </a:moveTo>
                  <a:cubicBezTo>
                    <a:pt x="623" y="1169"/>
                    <a:pt x="623" y="1169"/>
                    <a:pt x="623" y="1169"/>
                  </a:cubicBezTo>
                  <a:cubicBezTo>
                    <a:pt x="634" y="1180"/>
                    <a:pt x="649" y="1186"/>
                    <a:pt x="664" y="1186"/>
                  </a:cubicBezTo>
                  <a:cubicBezTo>
                    <a:pt x="678" y="1186"/>
                    <a:pt x="693" y="1180"/>
                    <a:pt x="704" y="1169"/>
                  </a:cubicBezTo>
                  <a:cubicBezTo>
                    <a:pt x="1133" y="740"/>
                    <a:pt x="1133" y="740"/>
                    <a:pt x="1133" y="740"/>
                  </a:cubicBezTo>
                  <a:cubicBezTo>
                    <a:pt x="1451" y="1058"/>
                    <a:pt x="1451" y="1058"/>
                    <a:pt x="1451" y="1058"/>
                  </a:cubicBezTo>
                  <a:cubicBezTo>
                    <a:pt x="1451" y="1302"/>
                    <a:pt x="1451" y="1302"/>
                    <a:pt x="1451" y="1302"/>
                  </a:cubicBezTo>
                  <a:cubicBezTo>
                    <a:pt x="1451" y="1384"/>
                    <a:pt x="1384" y="1451"/>
                    <a:pt x="1301" y="1451"/>
                  </a:cubicBezTo>
                  <a:cubicBezTo>
                    <a:pt x="264" y="1451"/>
                    <a:pt x="264" y="1451"/>
                    <a:pt x="264" y="1451"/>
                  </a:cubicBezTo>
                  <a:cubicBezTo>
                    <a:pt x="182" y="1451"/>
                    <a:pt x="115" y="1384"/>
                    <a:pt x="115" y="1302"/>
                  </a:cubicBezTo>
                  <a:cubicBezTo>
                    <a:pt x="115" y="1215"/>
                    <a:pt x="115" y="1215"/>
                    <a:pt x="115" y="1215"/>
                  </a:cubicBezTo>
                  <a:lnTo>
                    <a:pt x="392" y="938"/>
                  </a:lnTo>
                  <a:close/>
                  <a:moveTo>
                    <a:pt x="392" y="938"/>
                  </a:moveTo>
                  <a:cubicBezTo>
                    <a:pt x="392" y="938"/>
                    <a:pt x="392" y="938"/>
                    <a:pt x="392" y="93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  <p:sp>
          <p:nvSpPr>
            <p:cNvPr id="5" name="Freeform 10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8175625" y="8347076"/>
              <a:ext cx="515938" cy="517525"/>
            </a:xfrm>
            <a:custGeom>
              <a:avLst/>
              <a:gdLst>
                <a:gd name="T0" fmla="*/ 367 w 425"/>
                <a:gd name="T1" fmla="*/ 155 h 425"/>
                <a:gd name="T2" fmla="*/ 310 w 425"/>
                <a:gd name="T3" fmla="*/ 212 h 425"/>
                <a:gd name="T4" fmla="*/ 212 w 425"/>
                <a:gd name="T5" fmla="*/ 310 h 425"/>
                <a:gd name="T6" fmla="*/ 115 w 425"/>
                <a:gd name="T7" fmla="*/ 212 h 425"/>
                <a:gd name="T8" fmla="*/ 212 w 425"/>
                <a:gd name="T9" fmla="*/ 115 h 425"/>
                <a:gd name="T10" fmla="*/ 270 w 425"/>
                <a:gd name="T11" fmla="*/ 57 h 425"/>
                <a:gd name="T12" fmla="*/ 212 w 425"/>
                <a:gd name="T13" fmla="*/ 0 h 425"/>
                <a:gd name="T14" fmla="*/ 0 w 425"/>
                <a:gd name="T15" fmla="*/ 212 h 425"/>
                <a:gd name="T16" fmla="*/ 212 w 425"/>
                <a:gd name="T17" fmla="*/ 425 h 425"/>
                <a:gd name="T18" fmla="*/ 425 w 425"/>
                <a:gd name="T19" fmla="*/ 212 h 425"/>
                <a:gd name="T20" fmla="*/ 367 w 425"/>
                <a:gd name="T21" fmla="*/ 155 h 425"/>
                <a:gd name="T22" fmla="*/ 367 w 425"/>
                <a:gd name="T23" fmla="*/ 155 h 425"/>
                <a:gd name="T24" fmla="*/ 367 w 425"/>
                <a:gd name="T25" fmla="*/ 15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5" h="425">
                  <a:moveTo>
                    <a:pt x="367" y="155"/>
                  </a:moveTo>
                  <a:cubicBezTo>
                    <a:pt x="335" y="155"/>
                    <a:pt x="310" y="181"/>
                    <a:pt x="310" y="212"/>
                  </a:cubicBezTo>
                  <a:cubicBezTo>
                    <a:pt x="310" y="266"/>
                    <a:pt x="266" y="310"/>
                    <a:pt x="212" y="310"/>
                  </a:cubicBezTo>
                  <a:cubicBezTo>
                    <a:pt x="159" y="310"/>
                    <a:pt x="115" y="266"/>
                    <a:pt x="115" y="212"/>
                  </a:cubicBezTo>
                  <a:cubicBezTo>
                    <a:pt x="115" y="159"/>
                    <a:pt x="159" y="115"/>
                    <a:pt x="212" y="115"/>
                  </a:cubicBezTo>
                  <a:cubicBezTo>
                    <a:pt x="244" y="115"/>
                    <a:pt x="270" y="89"/>
                    <a:pt x="270" y="57"/>
                  </a:cubicBezTo>
                  <a:cubicBezTo>
                    <a:pt x="270" y="26"/>
                    <a:pt x="244" y="0"/>
                    <a:pt x="212" y="0"/>
                  </a:cubicBez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2"/>
                  </a:cubicBezTo>
                  <a:cubicBezTo>
                    <a:pt x="425" y="181"/>
                    <a:pt x="399" y="155"/>
                    <a:pt x="367" y="155"/>
                  </a:cubicBezTo>
                  <a:close/>
                  <a:moveTo>
                    <a:pt x="367" y="155"/>
                  </a:moveTo>
                  <a:cubicBezTo>
                    <a:pt x="367" y="155"/>
                    <a:pt x="367" y="155"/>
                    <a:pt x="367" y="15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</p:grpSp>
      <p:grpSp>
        <p:nvGrpSpPr>
          <p:cNvPr id="6" name="Group 17"/>
          <p:cNvGrpSpPr/>
          <p:nvPr>
            <p:custDataLst>
              <p:tags r:id="rId5"/>
            </p:custDataLst>
          </p:nvPr>
        </p:nvGrpSpPr>
        <p:grpSpPr>
          <a:xfrm>
            <a:off x="4862260" y="3299777"/>
            <a:ext cx="522144" cy="569683"/>
            <a:chOff x="10045700" y="4910138"/>
            <a:chExt cx="2144713" cy="2339976"/>
          </a:xfrm>
          <a:solidFill>
            <a:schemeClr val="accent2">
              <a:lumMod val="75000"/>
            </a:schemeClr>
          </a:solidFill>
        </p:grpSpPr>
        <p:sp>
          <p:nvSpPr>
            <p:cNvPr id="7" name="Freeform 2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10045700" y="4910138"/>
              <a:ext cx="1674813" cy="2054225"/>
            </a:xfrm>
            <a:custGeom>
              <a:avLst/>
              <a:gdLst>
                <a:gd name="T0" fmla="*/ 943 w 1127"/>
                <a:gd name="T1" fmla="*/ 66 h 1380"/>
                <a:gd name="T2" fmla="*/ 564 w 1127"/>
                <a:gd name="T3" fmla="*/ 0 h 1380"/>
                <a:gd name="T4" fmla="*/ 184 w 1127"/>
                <a:gd name="T5" fmla="*/ 66 h 1380"/>
                <a:gd name="T6" fmla="*/ 0 w 1127"/>
                <a:gd name="T7" fmla="*/ 268 h 1380"/>
                <a:gd name="T8" fmla="*/ 0 w 1127"/>
                <a:gd name="T9" fmla="*/ 1113 h 1380"/>
                <a:gd name="T10" fmla="*/ 183 w 1127"/>
                <a:gd name="T11" fmla="*/ 1315 h 1380"/>
                <a:gd name="T12" fmla="*/ 563 w 1127"/>
                <a:gd name="T13" fmla="*/ 1380 h 1380"/>
                <a:gd name="T14" fmla="*/ 621 w 1127"/>
                <a:gd name="T15" fmla="*/ 1323 h 1380"/>
                <a:gd name="T16" fmla="*/ 563 w 1127"/>
                <a:gd name="T17" fmla="*/ 1265 h 1380"/>
                <a:gd name="T18" fmla="*/ 228 w 1127"/>
                <a:gd name="T19" fmla="*/ 1208 h 1380"/>
                <a:gd name="T20" fmla="*/ 115 w 1127"/>
                <a:gd name="T21" fmla="*/ 1112 h 1380"/>
                <a:gd name="T22" fmla="*/ 115 w 1127"/>
                <a:gd name="T23" fmla="*/ 998 h 1380"/>
                <a:gd name="T24" fmla="*/ 177 w 1127"/>
                <a:gd name="T25" fmla="*/ 1030 h 1380"/>
                <a:gd name="T26" fmla="*/ 544 w 1127"/>
                <a:gd name="T27" fmla="*/ 1099 h 1380"/>
                <a:gd name="T28" fmla="*/ 564 w 1127"/>
                <a:gd name="T29" fmla="*/ 1099 h 1380"/>
                <a:gd name="T30" fmla="*/ 621 w 1127"/>
                <a:gd name="T31" fmla="*/ 1041 h 1380"/>
                <a:gd name="T32" fmla="*/ 564 w 1127"/>
                <a:gd name="T33" fmla="*/ 983 h 1380"/>
                <a:gd name="T34" fmla="*/ 546 w 1127"/>
                <a:gd name="T35" fmla="*/ 983 h 1380"/>
                <a:gd name="T36" fmla="*/ 222 w 1127"/>
                <a:gd name="T37" fmla="*/ 924 h 1380"/>
                <a:gd name="T38" fmla="*/ 115 w 1127"/>
                <a:gd name="T39" fmla="*/ 831 h 1380"/>
                <a:gd name="T40" fmla="*/ 115 w 1127"/>
                <a:gd name="T41" fmla="*/ 717 h 1380"/>
                <a:gd name="T42" fmla="*/ 184 w 1127"/>
                <a:gd name="T43" fmla="*/ 751 h 1380"/>
                <a:gd name="T44" fmla="*/ 564 w 1127"/>
                <a:gd name="T45" fmla="*/ 817 h 1380"/>
                <a:gd name="T46" fmla="*/ 943 w 1127"/>
                <a:gd name="T47" fmla="*/ 751 h 1380"/>
                <a:gd name="T48" fmla="*/ 1127 w 1127"/>
                <a:gd name="T49" fmla="*/ 549 h 1380"/>
                <a:gd name="T50" fmla="*/ 1127 w 1127"/>
                <a:gd name="T51" fmla="*/ 268 h 1380"/>
                <a:gd name="T52" fmla="*/ 943 w 1127"/>
                <a:gd name="T53" fmla="*/ 66 h 1380"/>
                <a:gd name="T54" fmla="*/ 340 w 1127"/>
                <a:gd name="T55" fmla="*/ 516 h 1380"/>
                <a:gd name="T56" fmla="*/ 563 w 1127"/>
                <a:gd name="T57" fmla="*/ 536 h 1380"/>
                <a:gd name="T58" fmla="*/ 943 w 1127"/>
                <a:gd name="T59" fmla="*/ 470 h 1380"/>
                <a:gd name="T60" fmla="*/ 1012 w 1127"/>
                <a:gd name="T61" fmla="*/ 436 h 1380"/>
                <a:gd name="T62" fmla="*/ 1012 w 1127"/>
                <a:gd name="T63" fmla="*/ 549 h 1380"/>
                <a:gd name="T64" fmla="*/ 899 w 1127"/>
                <a:gd name="T65" fmla="*/ 645 h 1380"/>
                <a:gd name="T66" fmla="*/ 563 w 1127"/>
                <a:gd name="T67" fmla="*/ 702 h 1380"/>
                <a:gd name="T68" fmla="*/ 228 w 1127"/>
                <a:gd name="T69" fmla="*/ 645 h 1380"/>
                <a:gd name="T70" fmla="*/ 115 w 1127"/>
                <a:gd name="T71" fmla="*/ 549 h 1380"/>
                <a:gd name="T72" fmla="*/ 115 w 1127"/>
                <a:gd name="T73" fmla="*/ 268 h 1380"/>
                <a:gd name="T74" fmla="*/ 228 w 1127"/>
                <a:gd name="T75" fmla="*/ 172 h 1380"/>
                <a:gd name="T76" fmla="*/ 563 w 1127"/>
                <a:gd name="T77" fmla="*/ 115 h 1380"/>
                <a:gd name="T78" fmla="*/ 899 w 1127"/>
                <a:gd name="T79" fmla="*/ 172 h 1380"/>
                <a:gd name="T80" fmla="*/ 1012 w 1127"/>
                <a:gd name="T81" fmla="*/ 268 h 1380"/>
                <a:gd name="T82" fmla="*/ 899 w 1127"/>
                <a:gd name="T83" fmla="*/ 364 h 1380"/>
                <a:gd name="T84" fmla="*/ 563 w 1127"/>
                <a:gd name="T85" fmla="*/ 421 h 1380"/>
                <a:gd name="T86" fmla="*/ 362 w 1127"/>
                <a:gd name="T87" fmla="*/ 403 h 1380"/>
                <a:gd name="T88" fmla="*/ 294 w 1127"/>
                <a:gd name="T89" fmla="*/ 448 h 1380"/>
                <a:gd name="T90" fmla="*/ 340 w 1127"/>
                <a:gd name="T91" fmla="*/ 516 h 1380"/>
                <a:gd name="T92" fmla="*/ 340 w 1127"/>
                <a:gd name="T93" fmla="*/ 516 h 1380"/>
                <a:gd name="T94" fmla="*/ 340 w 1127"/>
                <a:gd name="T95" fmla="*/ 51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7" h="1380">
                  <a:moveTo>
                    <a:pt x="943" y="66"/>
                  </a:moveTo>
                  <a:cubicBezTo>
                    <a:pt x="841" y="23"/>
                    <a:pt x="706" y="0"/>
                    <a:pt x="564" y="0"/>
                  </a:cubicBezTo>
                  <a:cubicBezTo>
                    <a:pt x="421" y="0"/>
                    <a:pt x="286" y="23"/>
                    <a:pt x="184" y="66"/>
                  </a:cubicBezTo>
                  <a:cubicBezTo>
                    <a:pt x="65" y="115"/>
                    <a:pt x="0" y="187"/>
                    <a:pt x="0" y="268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94"/>
                    <a:pt x="65" y="1265"/>
                    <a:pt x="183" y="1315"/>
                  </a:cubicBezTo>
                  <a:cubicBezTo>
                    <a:pt x="286" y="1357"/>
                    <a:pt x="421" y="1380"/>
                    <a:pt x="563" y="1380"/>
                  </a:cubicBezTo>
                  <a:cubicBezTo>
                    <a:pt x="595" y="1380"/>
                    <a:pt x="621" y="1355"/>
                    <a:pt x="621" y="1323"/>
                  </a:cubicBezTo>
                  <a:cubicBezTo>
                    <a:pt x="621" y="1291"/>
                    <a:pt x="595" y="1265"/>
                    <a:pt x="563" y="1265"/>
                  </a:cubicBezTo>
                  <a:cubicBezTo>
                    <a:pt x="436" y="1265"/>
                    <a:pt x="316" y="1245"/>
                    <a:pt x="228" y="1208"/>
                  </a:cubicBezTo>
                  <a:cubicBezTo>
                    <a:pt x="159" y="1180"/>
                    <a:pt x="115" y="1142"/>
                    <a:pt x="115" y="1112"/>
                  </a:cubicBezTo>
                  <a:cubicBezTo>
                    <a:pt x="115" y="998"/>
                    <a:pt x="115" y="998"/>
                    <a:pt x="115" y="998"/>
                  </a:cubicBezTo>
                  <a:cubicBezTo>
                    <a:pt x="133" y="1009"/>
                    <a:pt x="154" y="1020"/>
                    <a:pt x="177" y="1030"/>
                  </a:cubicBezTo>
                  <a:cubicBezTo>
                    <a:pt x="275" y="1072"/>
                    <a:pt x="405" y="1096"/>
                    <a:pt x="544" y="1099"/>
                  </a:cubicBezTo>
                  <a:cubicBezTo>
                    <a:pt x="564" y="1099"/>
                    <a:pt x="564" y="1099"/>
                    <a:pt x="564" y="1099"/>
                  </a:cubicBezTo>
                  <a:cubicBezTo>
                    <a:pt x="595" y="1099"/>
                    <a:pt x="621" y="1073"/>
                    <a:pt x="621" y="1041"/>
                  </a:cubicBezTo>
                  <a:cubicBezTo>
                    <a:pt x="621" y="1009"/>
                    <a:pt x="595" y="983"/>
                    <a:pt x="564" y="983"/>
                  </a:cubicBezTo>
                  <a:cubicBezTo>
                    <a:pt x="546" y="983"/>
                    <a:pt x="546" y="983"/>
                    <a:pt x="546" y="983"/>
                  </a:cubicBezTo>
                  <a:cubicBezTo>
                    <a:pt x="422" y="981"/>
                    <a:pt x="307" y="960"/>
                    <a:pt x="222" y="924"/>
                  </a:cubicBezTo>
                  <a:cubicBezTo>
                    <a:pt x="157" y="896"/>
                    <a:pt x="115" y="859"/>
                    <a:pt x="115" y="831"/>
                  </a:cubicBezTo>
                  <a:cubicBezTo>
                    <a:pt x="115" y="717"/>
                    <a:pt x="115" y="717"/>
                    <a:pt x="115" y="717"/>
                  </a:cubicBezTo>
                  <a:cubicBezTo>
                    <a:pt x="136" y="729"/>
                    <a:pt x="158" y="741"/>
                    <a:pt x="184" y="751"/>
                  </a:cubicBezTo>
                  <a:cubicBezTo>
                    <a:pt x="286" y="794"/>
                    <a:pt x="421" y="817"/>
                    <a:pt x="564" y="817"/>
                  </a:cubicBezTo>
                  <a:cubicBezTo>
                    <a:pt x="706" y="817"/>
                    <a:pt x="841" y="794"/>
                    <a:pt x="943" y="751"/>
                  </a:cubicBezTo>
                  <a:cubicBezTo>
                    <a:pt x="1062" y="702"/>
                    <a:pt x="1127" y="630"/>
                    <a:pt x="1127" y="549"/>
                  </a:cubicBezTo>
                  <a:cubicBezTo>
                    <a:pt x="1127" y="268"/>
                    <a:pt x="1127" y="268"/>
                    <a:pt x="1127" y="268"/>
                  </a:cubicBezTo>
                  <a:cubicBezTo>
                    <a:pt x="1127" y="187"/>
                    <a:pt x="1062" y="115"/>
                    <a:pt x="943" y="66"/>
                  </a:cubicBezTo>
                  <a:close/>
                  <a:moveTo>
                    <a:pt x="340" y="516"/>
                  </a:moveTo>
                  <a:cubicBezTo>
                    <a:pt x="411" y="529"/>
                    <a:pt x="485" y="536"/>
                    <a:pt x="563" y="536"/>
                  </a:cubicBezTo>
                  <a:cubicBezTo>
                    <a:pt x="706" y="536"/>
                    <a:pt x="841" y="513"/>
                    <a:pt x="943" y="470"/>
                  </a:cubicBezTo>
                  <a:cubicBezTo>
                    <a:pt x="968" y="460"/>
                    <a:pt x="991" y="448"/>
                    <a:pt x="1012" y="436"/>
                  </a:cubicBezTo>
                  <a:cubicBezTo>
                    <a:pt x="1012" y="549"/>
                    <a:pt x="1012" y="549"/>
                    <a:pt x="1012" y="549"/>
                  </a:cubicBezTo>
                  <a:cubicBezTo>
                    <a:pt x="1012" y="579"/>
                    <a:pt x="967" y="617"/>
                    <a:pt x="899" y="645"/>
                  </a:cubicBezTo>
                  <a:cubicBezTo>
                    <a:pt x="810" y="682"/>
                    <a:pt x="691" y="702"/>
                    <a:pt x="563" y="702"/>
                  </a:cubicBezTo>
                  <a:cubicBezTo>
                    <a:pt x="436" y="702"/>
                    <a:pt x="316" y="682"/>
                    <a:pt x="228" y="645"/>
                  </a:cubicBezTo>
                  <a:cubicBezTo>
                    <a:pt x="159" y="617"/>
                    <a:pt x="115" y="579"/>
                    <a:pt x="115" y="549"/>
                  </a:cubicBezTo>
                  <a:cubicBezTo>
                    <a:pt x="115" y="268"/>
                    <a:pt x="115" y="268"/>
                    <a:pt x="115" y="268"/>
                  </a:cubicBezTo>
                  <a:cubicBezTo>
                    <a:pt x="115" y="238"/>
                    <a:pt x="159" y="201"/>
                    <a:pt x="228" y="172"/>
                  </a:cubicBezTo>
                  <a:cubicBezTo>
                    <a:pt x="316" y="135"/>
                    <a:pt x="436" y="115"/>
                    <a:pt x="563" y="115"/>
                  </a:cubicBezTo>
                  <a:cubicBezTo>
                    <a:pt x="691" y="115"/>
                    <a:pt x="810" y="135"/>
                    <a:pt x="899" y="172"/>
                  </a:cubicBezTo>
                  <a:cubicBezTo>
                    <a:pt x="967" y="201"/>
                    <a:pt x="1012" y="238"/>
                    <a:pt x="1012" y="268"/>
                  </a:cubicBezTo>
                  <a:cubicBezTo>
                    <a:pt x="1012" y="298"/>
                    <a:pt x="967" y="335"/>
                    <a:pt x="899" y="364"/>
                  </a:cubicBezTo>
                  <a:cubicBezTo>
                    <a:pt x="810" y="400"/>
                    <a:pt x="691" y="421"/>
                    <a:pt x="563" y="421"/>
                  </a:cubicBezTo>
                  <a:cubicBezTo>
                    <a:pt x="493" y="421"/>
                    <a:pt x="425" y="415"/>
                    <a:pt x="362" y="403"/>
                  </a:cubicBezTo>
                  <a:cubicBezTo>
                    <a:pt x="331" y="396"/>
                    <a:pt x="300" y="417"/>
                    <a:pt x="294" y="448"/>
                  </a:cubicBezTo>
                  <a:cubicBezTo>
                    <a:pt x="288" y="480"/>
                    <a:pt x="309" y="510"/>
                    <a:pt x="340" y="516"/>
                  </a:cubicBezTo>
                  <a:close/>
                  <a:moveTo>
                    <a:pt x="340" y="516"/>
                  </a:moveTo>
                  <a:cubicBezTo>
                    <a:pt x="340" y="516"/>
                    <a:pt x="340" y="516"/>
                    <a:pt x="340" y="51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  <p:sp>
          <p:nvSpPr>
            <p:cNvPr id="8" name="Freeform 27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082338" y="6140451"/>
              <a:ext cx="1108075" cy="1109663"/>
            </a:xfrm>
            <a:custGeom>
              <a:avLst/>
              <a:gdLst>
                <a:gd name="T0" fmla="*/ 619 w 746"/>
                <a:gd name="T1" fmla="*/ 92 h 745"/>
                <a:gd name="T2" fmla="*/ 537 w 746"/>
                <a:gd name="T3" fmla="*/ 97 h 745"/>
                <a:gd name="T4" fmla="*/ 542 w 746"/>
                <a:gd name="T5" fmla="*/ 179 h 745"/>
                <a:gd name="T6" fmla="*/ 630 w 746"/>
                <a:gd name="T7" fmla="*/ 372 h 745"/>
                <a:gd name="T8" fmla="*/ 372 w 746"/>
                <a:gd name="T9" fmla="*/ 630 h 745"/>
                <a:gd name="T10" fmla="*/ 115 w 746"/>
                <a:gd name="T11" fmla="*/ 372 h 745"/>
                <a:gd name="T12" fmla="*/ 315 w 746"/>
                <a:gd name="T13" fmla="*/ 121 h 745"/>
                <a:gd name="T14" fmla="*/ 315 w 746"/>
                <a:gd name="T15" fmla="*/ 364 h 745"/>
                <a:gd name="T16" fmla="*/ 296 w 746"/>
                <a:gd name="T17" fmla="*/ 346 h 745"/>
                <a:gd name="T18" fmla="*/ 214 w 746"/>
                <a:gd name="T19" fmla="*/ 350 h 745"/>
                <a:gd name="T20" fmla="*/ 218 w 746"/>
                <a:gd name="T21" fmla="*/ 431 h 745"/>
                <a:gd name="T22" fmla="*/ 334 w 746"/>
                <a:gd name="T23" fmla="*/ 537 h 745"/>
                <a:gd name="T24" fmla="*/ 373 w 746"/>
                <a:gd name="T25" fmla="*/ 552 h 745"/>
                <a:gd name="T26" fmla="*/ 411 w 746"/>
                <a:gd name="T27" fmla="*/ 537 h 745"/>
                <a:gd name="T28" fmla="*/ 527 w 746"/>
                <a:gd name="T29" fmla="*/ 431 h 745"/>
                <a:gd name="T30" fmla="*/ 531 w 746"/>
                <a:gd name="T31" fmla="*/ 350 h 745"/>
                <a:gd name="T32" fmla="*/ 450 w 746"/>
                <a:gd name="T33" fmla="*/ 346 h 745"/>
                <a:gd name="T34" fmla="*/ 431 w 746"/>
                <a:gd name="T35" fmla="*/ 364 h 745"/>
                <a:gd name="T36" fmla="*/ 431 w 746"/>
                <a:gd name="T37" fmla="*/ 57 h 745"/>
                <a:gd name="T38" fmla="*/ 373 w 746"/>
                <a:gd name="T39" fmla="*/ 0 h 745"/>
                <a:gd name="T40" fmla="*/ 0 w 746"/>
                <a:gd name="T41" fmla="*/ 372 h 745"/>
                <a:gd name="T42" fmla="*/ 373 w 746"/>
                <a:gd name="T43" fmla="*/ 745 h 745"/>
                <a:gd name="T44" fmla="*/ 746 w 746"/>
                <a:gd name="T45" fmla="*/ 372 h 745"/>
                <a:gd name="T46" fmla="*/ 619 w 746"/>
                <a:gd name="T47" fmla="*/ 92 h 745"/>
                <a:gd name="T48" fmla="*/ 619 w 746"/>
                <a:gd name="T49" fmla="*/ 92 h 745"/>
                <a:gd name="T50" fmla="*/ 619 w 746"/>
                <a:gd name="T51" fmla="*/ 92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6" h="745">
                  <a:moveTo>
                    <a:pt x="619" y="92"/>
                  </a:moveTo>
                  <a:cubicBezTo>
                    <a:pt x="595" y="71"/>
                    <a:pt x="558" y="74"/>
                    <a:pt x="537" y="97"/>
                  </a:cubicBezTo>
                  <a:cubicBezTo>
                    <a:pt x="516" y="121"/>
                    <a:pt x="519" y="158"/>
                    <a:pt x="542" y="179"/>
                  </a:cubicBezTo>
                  <a:cubicBezTo>
                    <a:pt x="598" y="228"/>
                    <a:pt x="630" y="298"/>
                    <a:pt x="630" y="372"/>
                  </a:cubicBezTo>
                  <a:cubicBezTo>
                    <a:pt x="630" y="514"/>
                    <a:pt x="515" y="630"/>
                    <a:pt x="372" y="630"/>
                  </a:cubicBezTo>
                  <a:cubicBezTo>
                    <a:pt x="230" y="630"/>
                    <a:pt x="115" y="514"/>
                    <a:pt x="115" y="372"/>
                  </a:cubicBezTo>
                  <a:cubicBezTo>
                    <a:pt x="115" y="250"/>
                    <a:pt x="201" y="147"/>
                    <a:pt x="315" y="121"/>
                  </a:cubicBezTo>
                  <a:cubicBezTo>
                    <a:pt x="315" y="364"/>
                    <a:pt x="315" y="364"/>
                    <a:pt x="315" y="364"/>
                  </a:cubicBezTo>
                  <a:cubicBezTo>
                    <a:pt x="296" y="346"/>
                    <a:pt x="296" y="346"/>
                    <a:pt x="296" y="346"/>
                  </a:cubicBezTo>
                  <a:cubicBezTo>
                    <a:pt x="272" y="325"/>
                    <a:pt x="236" y="326"/>
                    <a:pt x="214" y="350"/>
                  </a:cubicBezTo>
                  <a:cubicBezTo>
                    <a:pt x="193" y="373"/>
                    <a:pt x="195" y="410"/>
                    <a:pt x="218" y="431"/>
                  </a:cubicBezTo>
                  <a:cubicBezTo>
                    <a:pt x="334" y="537"/>
                    <a:pt x="334" y="537"/>
                    <a:pt x="334" y="537"/>
                  </a:cubicBezTo>
                  <a:cubicBezTo>
                    <a:pt x="345" y="547"/>
                    <a:pt x="359" y="552"/>
                    <a:pt x="373" y="552"/>
                  </a:cubicBezTo>
                  <a:cubicBezTo>
                    <a:pt x="387" y="552"/>
                    <a:pt x="401" y="547"/>
                    <a:pt x="411" y="537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51" y="410"/>
                    <a:pt x="553" y="373"/>
                    <a:pt x="531" y="350"/>
                  </a:cubicBezTo>
                  <a:cubicBezTo>
                    <a:pt x="510" y="327"/>
                    <a:pt x="473" y="325"/>
                    <a:pt x="450" y="346"/>
                  </a:cubicBezTo>
                  <a:cubicBezTo>
                    <a:pt x="431" y="364"/>
                    <a:pt x="431" y="364"/>
                    <a:pt x="431" y="364"/>
                  </a:cubicBezTo>
                  <a:cubicBezTo>
                    <a:pt x="431" y="57"/>
                    <a:pt x="431" y="57"/>
                    <a:pt x="431" y="57"/>
                  </a:cubicBezTo>
                  <a:cubicBezTo>
                    <a:pt x="431" y="25"/>
                    <a:pt x="405" y="0"/>
                    <a:pt x="373" y="0"/>
                  </a:cubicBezTo>
                  <a:cubicBezTo>
                    <a:pt x="167" y="0"/>
                    <a:pt x="0" y="167"/>
                    <a:pt x="0" y="372"/>
                  </a:cubicBezTo>
                  <a:cubicBezTo>
                    <a:pt x="0" y="578"/>
                    <a:pt x="168" y="745"/>
                    <a:pt x="373" y="745"/>
                  </a:cubicBezTo>
                  <a:cubicBezTo>
                    <a:pt x="579" y="745"/>
                    <a:pt x="746" y="578"/>
                    <a:pt x="746" y="372"/>
                  </a:cubicBezTo>
                  <a:cubicBezTo>
                    <a:pt x="745" y="265"/>
                    <a:pt x="699" y="163"/>
                    <a:pt x="619" y="92"/>
                  </a:cubicBezTo>
                  <a:close/>
                  <a:moveTo>
                    <a:pt x="619" y="92"/>
                  </a:moveTo>
                  <a:cubicBezTo>
                    <a:pt x="619" y="92"/>
                    <a:pt x="619" y="92"/>
                    <a:pt x="619" y="9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</p:grpSp>
      <p:grpSp>
        <p:nvGrpSpPr>
          <p:cNvPr id="9" name="Group 21"/>
          <p:cNvGrpSpPr/>
          <p:nvPr>
            <p:custDataLst>
              <p:tags r:id="rId8"/>
            </p:custDataLst>
          </p:nvPr>
        </p:nvGrpSpPr>
        <p:grpSpPr>
          <a:xfrm>
            <a:off x="9478805" y="3347697"/>
            <a:ext cx="492387" cy="492001"/>
            <a:chOff x="5221288" y="22225"/>
            <a:chExt cx="2022475" cy="2020888"/>
          </a:xfrm>
          <a:solidFill>
            <a:schemeClr val="accent2">
              <a:lumMod val="75000"/>
            </a:schemeClr>
          </a:solidFill>
        </p:grpSpPr>
        <p:sp>
          <p:nvSpPr>
            <p:cNvPr id="10" name="Freeform 6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614988" y="22225"/>
              <a:ext cx="1628775" cy="1622425"/>
            </a:xfrm>
            <a:custGeom>
              <a:avLst/>
              <a:gdLst>
                <a:gd name="T0" fmla="*/ 1259 w 1261"/>
                <a:gd name="T1" fmla="*/ 322 h 1255"/>
                <a:gd name="T2" fmla="*/ 1254 w 1261"/>
                <a:gd name="T3" fmla="*/ 304 h 1255"/>
                <a:gd name="T4" fmla="*/ 1238 w 1261"/>
                <a:gd name="T5" fmla="*/ 249 h 1255"/>
                <a:gd name="T6" fmla="*/ 1002 w 1261"/>
                <a:gd name="T7" fmla="*/ 18 h 1255"/>
                <a:gd name="T8" fmla="*/ 935 w 1261"/>
                <a:gd name="T9" fmla="*/ 3 h 1255"/>
                <a:gd name="T10" fmla="*/ 930 w 1261"/>
                <a:gd name="T11" fmla="*/ 3 h 1255"/>
                <a:gd name="T12" fmla="*/ 838 w 1261"/>
                <a:gd name="T13" fmla="*/ 37 h 1255"/>
                <a:gd name="T14" fmla="*/ 418 w 1261"/>
                <a:gd name="T15" fmla="*/ 458 h 1255"/>
                <a:gd name="T16" fmla="*/ 316 w 1261"/>
                <a:gd name="T17" fmla="*/ 558 h 1255"/>
                <a:gd name="T18" fmla="*/ 271 w 1261"/>
                <a:gd name="T19" fmla="*/ 604 h 1255"/>
                <a:gd name="T20" fmla="*/ 233 w 1261"/>
                <a:gd name="T21" fmla="*/ 642 h 1255"/>
                <a:gd name="T22" fmla="*/ 234 w 1261"/>
                <a:gd name="T23" fmla="*/ 724 h 1255"/>
                <a:gd name="T24" fmla="*/ 315 w 1261"/>
                <a:gd name="T25" fmla="*/ 723 h 1255"/>
                <a:gd name="T26" fmla="*/ 354 w 1261"/>
                <a:gd name="T27" fmla="*/ 684 h 1255"/>
                <a:gd name="T28" fmla="*/ 361 w 1261"/>
                <a:gd name="T29" fmla="*/ 677 h 1255"/>
                <a:gd name="T30" fmla="*/ 398 w 1261"/>
                <a:gd name="T31" fmla="*/ 640 h 1255"/>
                <a:gd name="T32" fmla="*/ 499 w 1261"/>
                <a:gd name="T33" fmla="*/ 539 h 1255"/>
                <a:gd name="T34" fmla="*/ 920 w 1261"/>
                <a:gd name="T35" fmla="*/ 118 h 1255"/>
                <a:gd name="T36" fmla="*/ 920 w 1261"/>
                <a:gd name="T37" fmla="*/ 117 h 1255"/>
                <a:gd name="T38" fmla="*/ 921 w 1261"/>
                <a:gd name="T39" fmla="*/ 117 h 1255"/>
                <a:gd name="T40" fmla="*/ 959 w 1261"/>
                <a:gd name="T41" fmla="*/ 125 h 1255"/>
                <a:gd name="T42" fmla="*/ 1133 w 1261"/>
                <a:gd name="T43" fmla="*/ 295 h 1255"/>
                <a:gd name="T44" fmla="*/ 1141 w 1261"/>
                <a:gd name="T45" fmla="*/ 328 h 1255"/>
                <a:gd name="T46" fmla="*/ 1143 w 1261"/>
                <a:gd name="T47" fmla="*/ 337 h 1255"/>
                <a:gd name="T48" fmla="*/ 1142 w 1261"/>
                <a:gd name="T49" fmla="*/ 338 h 1255"/>
                <a:gd name="T50" fmla="*/ 409 w 1261"/>
                <a:gd name="T51" fmla="*/ 1071 h 1255"/>
                <a:gd name="T52" fmla="*/ 405 w 1261"/>
                <a:gd name="T53" fmla="*/ 1073 h 1255"/>
                <a:gd name="T54" fmla="*/ 141 w 1261"/>
                <a:gd name="T55" fmla="*/ 1129 h 1255"/>
                <a:gd name="T56" fmla="*/ 127 w 1261"/>
                <a:gd name="T57" fmla="*/ 1132 h 1255"/>
                <a:gd name="T58" fmla="*/ 130 w 1261"/>
                <a:gd name="T59" fmla="*/ 1120 h 1255"/>
                <a:gd name="T60" fmla="*/ 187 w 1261"/>
                <a:gd name="T61" fmla="*/ 852 h 1255"/>
                <a:gd name="T62" fmla="*/ 143 w 1261"/>
                <a:gd name="T63" fmla="*/ 783 h 1255"/>
                <a:gd name="T64" fmla="*/ 75 w 1261"/>
                <a:gd name="T65" fmla="*/ 827 h 1255"/>
                <a:gd name="T66" fmla="*/ 17 w 1261"/>
                <a:gd name="T67" fmla="*/ 1096 h 1255"/>
                <a:gd name="T68" fmla="*/ 7 w 1261"/>
                <a:gd name="T69" fmla="*/ 1146 h 1255"/>
                <a:gd name="T70" fmla="*/ 30 w 1261"/>
                <a:gd name="T71" fmla="*/ 1229 h 1255"/>
                <a:gd name="T72" fmla="*/ 93 w 1261"/>
                <a:gd name="T73" fmla="*/ 1255 h 1255"/>
                <a:gd name="T74" fmla="*/ 113 w 1261"/>
                <a:gd name="T75" fmla="*/ 1252 h 1255"/>
                <a:gd name="T76" fmla="*/ 165 w 1261"/>
                <a:gd name="T77" fmla="*/ 1242 h 1255"/>
                <a:gd name="T78" fmla="*/ 429 w 1261"/>
                <a:gd name="T79" fmla="*/ 1186 h 1255"/>
                <a:gd name="T80" fmla="*/ 491 w 1261"/>
                <a:gd name="T81" fmla="*/ 1153 h 1255"/>
                <a:gd name="T82" fmla="*/ 1224 w 1261"/>
                <a:gd name="T83" fmla="*/ 419 h 1255"/>
                <a:gd name="T84" fmla="*/ 1260 w 1261"/>
                <a:gd name="T85" fmla="*/ 342 h 1255"/>
                <a:gd name="T86" fmla="*/ 1259 w 1261"/>
                <a:gd name="T87" fmla="*/ 322 h 1255"/>
                <a:gd name="T88" fmla="*/ 1259 w 1261"/>
                <a:gd name="T89" fmla="*/ 322 h 1255"/>
                <a:gd name="T90" fmla="*/ 1259 w 1261"/>
                <a:gd name="T91" fmla="*/ 322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61" h="1255">
                  <a:moveTo>
                    <a:pt x="1259" y="322"/>
                  </a:moveTo>
                  <a:cubicBezTo>
                    <a:pt x="1256" y="317"/>
                    <a:pt x="1255" y="311"/>
                    <a:pt x="1254" y="304"/>
                  </a:cubicBezTo>
                  <a:cubicBezTo>
                    <a:pt x="1250" y="287"/>
                    <a:pt x="1246" y="268"/>
                    <a:pt x="1238" y="249"/>
                  </a:cubicBezTo>
                  <a:cubicBezTo>
                    <a:pt x="1190" y="140"/>
                    <a:pt x="1110" y="62"/>
                    <a:pt x="1002" y="18"/>
                  </a:cubicBezTo>
                  <a:cubicBezTo>
                    <a:pt x="979" y="9"/>
                    <a:pt x="955" y="6"/>
                    <a:pt x="935" y="3"/>
                  </a:cubicBezTo>
                  <a:cubicBezTo>
                    <a:pt x="930" y="3"/>
                    <a:pt x="930" y="3"/>
                    <a:pt x="930" y="3"/>
                  </a:cubicBezTo>
                  <a:cubicBezTo>
                    <a:pt x="906" y="0"/>
                    <a:pt x="871" y="3"/>
                    <a:pt x="838" y="37"/>
                  </a:cubicBezTo>
                  <a:cubicBezTo>
                    <a:pt x="698" y="177"/>
                    <a:pt x="555" y="320"/>
                    <a:pt x="418" y="458"/>
                  </a:cubicBezTo>
                  <a:cubicBezTo>
                    <a:pt x="316" y="558"/>
                    <a:pt x="316" y="558"/>
                    <a:pt x="316" y="558"/>
                  </a:cubicBezTo>
                  <a:cubicBezTo>
                    <a:pt x="271" y="604"/>
                    <a:pt x="271" y="604"/>
                    <a:pt x="271" y="604"/>
                  </a:cubicBezTo>
                  <a:cubicBezTo>
                    <a:pt x="267" y="608"/>
                    <a:pt x="258" y="617"/>
                    <a:pt x="233" y="642"/>
                  </a:cubicBezTo>
                  <a:cubicBezTo>
                    <a:pt x="211" y="665"/>
                    <a:pt x="211" y="701"/>
                    <a:pt x="234" y="724"/>
                  </a:cubicBezTo>
                  <a:cubicBezTo>
                    <a:pt x="257" y="746"/>
                    <a:pt x="293" y="746"/>
                    <a:pt x="315" y="723"/>
                  </a:cubicBezTo>
                  <a:cubicBezTo>
                    <a:pt x="341" y="698"/>
                    <a:pt x="349" y="689"/>
                    <a:pt x="354" y="684"/>
                  </a:cubicBezTo>
                  <a:cubicBezTo>
                    <a:pt x="361" y="677"/>
                    <a:pt x="361" y="677"/>
                    <a:pt x="361" y="677"/>
                  </a:cubicBezTo>
                  <a:cubicBezTo>
                    <a:pt x="398" y="640"/>
                    <a:pt x="398" y="640"/>
                    <a:pt x="398" y="64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637" y="401"/>
                    <a:pt x="779" y="258"/>
                    <a:pt x="920" y="118"/>
                  </a:cubicBezTo>
                  <a:cubicBezTo>
                    <a:pt x="920" y="117"/>
                    <a:pt x="920" y="117"/>
                    <a:pt x="920" y="117"/>
                  </a:cubicBezTo>
                  <a:cubicBezTo>
                    <a:pt x="921" y="117"/>
                    <a:pt x="921" y="117"/>
                    <a:pt x="921" y="117"/>
                  </a:cubicBezTo>
                  <a:cubicBezTo>
                    <a:pt x="936" y="119"/>
                    <a:pt x="950" y="121"/>
                    <a:pt x="959" y="125"/>
                  </a:cubicBezTo>
                  <a:cubicBezTo>
                    <a:pt x="1040" y="157"/>
                    <a:pt x="1097" y="213"/>
                    <a:pt x="1133" y="295"/>
                  </a:cubicBezTo>
                  <a:cubicBezTo>
                    <a:pt x="1136" y="304"/>
                    <a:pt x="1139" y="315"/>
                    <a:pt x="1141" y="328"/>
                  </a:cubicBezTo>
                  <a:cubicBezTo>
                    <a:pt x="1142" y="331"/>
                    <a:pt x="1143" y="334"/>
                    <a:pt x="1143" y="337"/>
                  </a:cubicBezTo>
                  <a:cubicBezTo>
                    <a:pt x="1142" y="338"/>
                    <a:pt x="1142" y="338"/>
                    <a:pt x="1142" y="338"/>
                  </a:cubicBezTo>
                  <a:cubicBezTo>
                    <a:pt x="912" y="568"/>
                    <a:pt x="672" y="808"/>
                    <a:pt x="409" y="1071"/>
                  </a:cubicBezTo>
                  <a:cubicBezTo>
                    <a:pt x="407" y="1073"/>
                    <a:pt x="407" y="1073"/>
                    <a:pt x="405" y="1073"/>
                  </a:cubicBezTo>
                  <a:cubicBezTo>
                    <a:pt x="317" y="1092"/>
                    <a:pt x="227" y="1111"/>
                    <a:pt x="141" y="1129"/>
                  </a:cubicBezTo>
                  <a:cubicBezTo>
                    <a:pt x="127" y="1132"/>
                    <a:pt x="127" y="1132"/>
                    <a:pt x="127" y="1132"/>
                  </a:cubicBezTo>
                  <a:cubicBezTo>
                    <a:pt x="130" y="1120"/>
                    <a:pt x="130" y="1120"/>
                    <a:pt x="130" y="1120"/>
                  </a:cubicBezTo>
                  <a:cubicBezTo>
                    <a:pt x="148" y="1032"/>
                    <a:pt x="167" y="941"/>
                    <a:pt x="187" y="852"/>
                  </a:cubicBezTo>
                  <a:cubicBezTo>
                    <a:pt x="194" y="821"/>
                    <a:pt x="174" y="790"/>
                    <a:pt x="143" y="783"/>
                  </a:cubicBezTo>
                  <a:cubicBezTo>
                    <a:pt x="112" y="777"/>
                    <a:pt x="81" y="796"/>
                    <a:pt x="75" y="827"/>
                  </a:cubicBezTo>
                  <a:cubicBezTo>
                    <a:pt x="55" y="917"/>
                    <a:pt x="36" y="1008"/>
                    <a:pt x="17" y="1096"/>
                  </a:cubicBezTo>
                  <a:cubicBezTo>
                    <a:pt x="7" y="1146"/>
                    <a:pt x="7" y="1146"/>
                    <a:pt x="7" y="1146"/>
                  </a:cubicBezTo>
                  <a:cubicBezTo>
                    <a:pt x="0" y="1177"/>
                    <a:pt x="9" y="1208"/>
                    <a:pt x="30" y="1229"/>
                  </a:cubicBezTo>
                  <a:cubicBezTo>
                    <a:pt x="47" y="1246"/>
                    <a:pt x="69" y="1255"/>
                    <a:pt x="93" y="1255"/>
                  </a:cubicBezTo>
                  <a:cubicBezTo>
                    <a:pt x="100" y="1255"/>
                    <a:pt x="107" y="1254"/>
                    <a:pt x="113" y="1252"/>
                  </a:cubicBezTo>
                  <a:cubicBezTo>
                    <a:pt x="165" y="1242"/>
                    <a:pt x="165" y="1242"/>
                    <a:pt x="165" y="1242"/>
                  </a:cubicBezTo>
                  <a:cubicBezTo>
                    <a:pt x="252" y="1223"/>
                    <a:pt x="341" y="1204"/>
                    <a:pt x="429" y="1186"/>
                  </a:cubicBezTo>
                  <a:cubicBezTo>
                    <a:pt x="454" y="1181"/>
                    <a:pt x="474" y="1170"/>
                    <a:pt x="491" y="1153"/>
                  </a:cubicBezTo>
                  <a:cubicBezTo>
                    <a:pt x="754" y="889"/>
                    <a:pt x="994" y="649"/>
                    <a:pt x="1224" y="419"/>
                  </a:cubicBezTo>
                  <a:cubicBezTo>
                    <a:pt x="1245" y="398"/>
                    <a:pt x="1257" y="372"/>
                    <a:pt x="1260" y="342"/>
                  </a:cubicBezTo>
                  <a:cubicBezTo>
                    <a:pt x="1261" y="335"/>
                    <a:pt x="1260" y="329"/>
                    <a:pt x="1259" y="322"/>
                  </a:cubicBezTo>
                  <a:close/>
                  <a:moveTo>
                    <a:pt x="1259" y="322"/>
                  </a:moveTo>
                  <a:cubicBezTo>
                    <a:pt x="1259" y="322"/>
                    <a:pt x="1259" y="322"/>
                    <a:pt x="1259" y="32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  <p:sp>
          <p:nvSpPr>
            <p:cNvPr id="11" name="Freeform 62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221288" y="365125"/>
              <a:ext cx="1676400" cy="1677988"/>
            </a:xfrm>
            <a:custGeom>
              <a:avLst/>
              <a:gdLst>
                <a:gd name="T0" fmla="*/ 1241 w 1298"/>
                <a:gd name="T1" fmla="*/ 579 h 1298"/>
                <a:gd name="T2" fmla="*/ 1183 w 1298"/>
                <a:gd name="T3" fmla="*/ 637 h 1298"/>
                <a:gd name="T4" fmla="*/ 1183 w 1298"/>
                <a:gd name="T5" fmla="*/ 1158 h 1298"/>
                <a:gd name="T6" fmla="*/ 1158 w 1298"/>
                <a:gd name="T7" fmla="*/ 1183 h 1298"/>
                <a:gd name="T8" fmla="*/ 140 w 1298"/>
                <a:gd name="T9" fmla="*/ 1183 h 1298"/>
                <a:gd name="T10" fmla="*/ 115 w 1298"/>
                <a:gd name="T11" fmla="*/ 1158 h 1298"/>
                <a:gd name="T12" fmla="*/ 115 w 1298"/>
                <a:gd name="T13" fmla="*/ 140 h 1298"/>
                <a:gd name="T14" fmla="*/ 140 w 1298"/>
                <a:gd name="T15" fmla="*/ 115 h 1298"/>
                <a:gd name="T16" fmla="*/ 683 w 1298"/>
                <a:gd name="T17" fmla="*/ 115 h 1298"/>
                <a:gd name="T18" fmla="*/ 741 w 1298"/>
                <a:gd name="T19" fmla="*/ 57 h 1298"/>
                <a:gd name="T20" fmla="*/ 683 w 1298"/>
                <a:gd name="T21" fmla="*/ 0 h 1298"/>
                <a:gd name="T22" fmla="*/ 140 w 1298"/>
                <a:gd name="T23" fmla="*/ 0 h 1298"/>
                <a:gd name="T24" fmla="*/ 0 w 1298"/>
                <a:gd name="T25" fmla="*/ 140 h 1298"/>
                <a:gd name="T26" fmla="*/ 0 w 1298"/>
                <a:gd name="T27" fmla="*/ 1158 h 1298"/>
                <a:gd name="T28" fmla="*/ 140 w 1298"/>
                <a:gd name="T29" fmla="*/ 1298 h 1298"/>
                <a:gd name="T30" fmla="*/ 1158 w 1298"/>
                <a:gd name="T31" fmla="*/ 1298 h 1298"/>
                <a:gd name="T32" fmla="*/ 1298 w 1298"/>
                <a:gd name="T33" fmla="*/ 1158 h 1298"/>
                <a:gd name="T34" fmla="*/ 1298 w 1298"/>
                <a:gd name="T35" fmla="*/ 637 h 1298"/>
                <a:gd name="T36" fmla="*/ 1241 w 1298"/>
                <a:gd name="T37" fmla="*/ 579 h 1298"/>
                <a:gd name="T38" fmla="*/ 1241 w 1298"/>
                <a:gd name="T39" fmla="*/ 579 h 1298"/>
                <a:gd name="T40" fmla="*/ 1241 w 1298"/>
                <a:gd name="T41" fmla="*/ 579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8" h="1298">
                  <a:moveTo>
                    <a:pt x="1241" y="579"/>
                  </a:moveTo>
                  <a:cubicBezTo>
                    <a:pt x="1209" y="579"/>
                    <a:pt x="1183" y="605"/>
                    <a:pt x="1183" y="637"/>
                  </a:cubicBezTo>
                  <a:cubicBezTo>
                    <a:pt x="1183" y="1158"/>
                    <a:pt x="1183" y="1158"/>
                    <a:pt x="1183" y="1158"/>
                  </a:cubicBezTo>
                  <a:cubicBezTo>
                    <a:pt x="1183" y="1172"/>
                    <a:pt x="1172" y="1183"/>
                    <a:pt x="1158" y="1183"/>
                  </a:cubicBezTo>
                  <a:cubicBezTo>
                    <a:pt x="140" y="1183"/>
                    <a:pt x="140" y="1183"/>
                    <a:pt x="140" y="1183"/>
                  </a:cubicBezTo>
                  <a:cubicBezTo>
                    <a:pt x="126" y="1183"/>
                    <a:pt x="115" y="1172"/>
                    <a:pt x="115" y="1158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5" y="126"/>
                    <a:pt x="126" y="115"/>
                    <a:pt x="140" y="115"/>
                  </a:cubicBezTo>
                  <a:cubicBezTo>
                    <a:pt x="683" y="115"/>
                    <a:pt x="683" y="115"/>
                    <a:pt x="683" y="115"/>
                  </a:cubicBezTo>
                  <a:cubicBezTo>
                    <a:pt x="715" y="115"/>
                    <a:pt x="741" y="89"/>
                    <a:pt x="741" y="57"/>
                  </a:cubicBezTo>
                  <a:cubicBezTo>
                    <a:pt x="741" y="26"/>
                    <a:pt x="715" y="0"/>
                    <a:pt x="683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63" y="0"/>
                    <a:pt x="0" y="63"/>
                    <a:pt x="0" y="140"/>
                  </a:cubicBezTo>
                  <a:cubicBezTo>
                    <a:pt x="0" y="1158"/>
                    <a:pt x="0" y="1158"/>
                    <a:pt x="0" y="1158"/>
                  </a:cubicBezTo>
                  <a:cubicBezTo>
                    <a:pt x="0" y="1235"/>
                    <a:pt x="63" y="1298"/>
                    <a:pt x="140" y="1298"/>
                  </a:cubicBezTo>
                  <a:cubicBezTo>
                    <a:pt x="1158" y="1298"/>
                    <a:pt x="1158" y="1298"/>
                    <a:pt x="1158" y="1298"/>
                  </a:cubicBezTo>
                  <a:cubicBezTo>
                    <a:pt x="1235" y="1298"/>
                    <a:pt x="1298" y="1235"/>
                    <a:pt x="1298" y="1158"/>
                  </a:cubicBezTo>
                  <a:cubicBezTo>
                    <a:pt x="1298" y="637"/>
                    <a:pt x="1298" y="637"/>
                    <a:pt x="1298" y="637"/>
                  </a:cubicBezTo>
                  <a:cubicBezTo>
                    <a:pt x="1298" y="605"/>
                    <a:pt x="1272" y="579"/>
                    <a:pt x="1241" y="579"/>
                  </a:cubicBezTo>
                  <a:close/>
                  <a:moveTo>
                    <a:pt x="1241" y="579"/>
                  </a:moveTo>
                  <a:cubicBezTo>
                    <a:pt x="1241" y="579"/>
                    <a:pt x="1241" y="579"/>
                    <a:pt x="1241" y="57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389" tIns="45694" rIns="91389" bIns="4569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id-ID" dirty="0">
                <a:cs typeface="+mn-ea"/>
                <a:sym typeface="+mn-lt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751458" y="1870928"/>
            <a:ext cx="670284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751460" y="4427691"/>
            <a:ext cx="2067732" cy="1167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4751459" y="4058089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069015" y="4427691"/>
            <a:ext cx="2067732" cy="1167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7069014" y="4058089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9386570" y="4427691"/>
            <a:ext cx="2067732" cy="11671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34" tIns="30467" rIns="60934" bIns="30467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9386569" y="4058089"/>
            <a:ext cx="145559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6885" y="283845"/>
            <a:ext cx="83642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一级标题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二级标题</a:t>
            </a:r>
            <a:endParaRPr lang="zh-CN" altLang="en-US" sz="2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-2540" y="262890"/>
            <a:ext cx="355600" cy="421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6930" y="1196340"/>
            <a:ext cx="109461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zh-CN" sz="1400" b="1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自主研发：</a:t>
            </a:r>
            <a:r>
              <a:rPr lang="zh-C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具有完整自主知识产权；</a:t>
            </a:r>
            <a:endParaRPr lang="zh-CN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endParaRPr lang="zh-CN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zh-CN" sz="1400" b="1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一站式解决：</a:t>
            </a:r>
            <a:r>
              <a:rPr lang="zh-CN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具有集成化的硬件系统，强大的数据分析能力、开放的开发环境。</a:t>
            </a:r>
            <a:endParaRPr lang="zh-CN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453284" y="2612103"/>
            <a:ext cx="2774618" cy="2616085"/>
            <a:chOff x="3208684" y="1448783"/>
            <a:chExt cx="2774618" cy="2616085"/>
          </a:xfrm>
        </p:grpSpPr>
        <p:sp>
          <p:nvSpPr>
            <p:cNvPr id="8" name="泪滴形 7"/>
            <p:cNvSpPr/>
            <p:nvPr>
              <p:custDataLst>
                <p:tags r:id="rId2"/>
              </p:custDataLst>
            </p:nvPr>
          </p:nvSpPr>
          <p:spPr>
            <a:xfrm>
              <a:off x="3265709" y="2766945"/>
              <a:ext cx="1282535" cy="1282535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泪滴形 8"/>
            <p:cNvSpPr/>
            <p:nvPr>
              <p:custDataLst>
                <p:tags r:id="rId3"/>
              </p:custDataLst>
            </p:nvPr>
          </p:nvSpPr>
          <p:spPr>
            <a:xfrm rot="5400000">
              <a:off x="3265708" y="1448783"/>
              <a:ext cx="1282535" cy="128253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泪滴形 9"/>
            <p:cNvSpPr/>
            <p:nvPr>
              <p:custDataLst>
                <p:tags r:id="rId4"/>
              </p:custDataLst>
            </p:nvPr>
          </p:nvSpPr>
          <p:spPr>
            <a:xfrm rot="10800000">
              <a:off x="4593766" y="1448783"/>
              <a:ext cx="1282535" cy="1282535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泪滴形 10"/>
            <p:cNvSpPr/>
            <p:nvPr>
              <p:custDataLst>
                <p:tags r:id="rId5"/>
              </p:custDataLst>
            </p:nvPr>
          </p:nvSpPr>
          <p:spPr>
            <a:xfrm rot="16200000">
              <a:off x="4593766" y="2766945"/>
              <a:ext cx="1282535" cy="128253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泪滴形 13"/>
            <p:cNvSpPr/>
            <p:nvPr>
              <p:custDataLst>
                <p:tags r:id="rId6"/>
              </p:custDataLst>
            </p:nvPr>
          </p:nvSpPr>
          <p:spPr>
            <a:xfrm rot="16200000">
              <a:off x="4617516" y="2790695"/>
              <a:ext cx="508658" cy="508658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泪滴形 14"/>
            <p:cNvSpPr/>
            <p:nvPr>
              <p:custDataLst>
                <p:tags r:id="rId7"/>
              </p:custDataLst>
            </p:nvPr>
          </p:nvSpPr>
          <p:spPr>
            <a:xfrm rot="5400000">
              <a:off x="4027710" y="2210785"/>
              <a:ext cx="508658" cy="508658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泪滴形 15"/>
            <p:cNvSpPr/>
            <p:nvPr>
              <p:custDataLst>
                <p:tags r:id="rId8"/>
              </p:custDataLst>
            </p:nvPr>
          </p:nvSpPr>
          <p:spPr>
            <a:xfrm rot="10800000">
              <a:off x="4605641" y="2215730"/>
              <a:ext cx="508658" cy="508658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泪滴形 16"/>
            <p:cNvSpPr/>
            <p:nvPr>
              <p:custDataLst>
                <p:tags r:id="rId9"/>
              </p:custDataLst>
            </p:nvPr>
          </p:nvSpPr>
          <p:spPr>
            <a:xfrm>
              <a:off x="4027711" y="2781782"/>
              <a:ext cx="508658" cy="508658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Oval 1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08684" y="1563590"/>
              <a:ext cx="404515" cy="40451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11"/>
              </p:custDataLst>
            </p:nvPr>
          </p:nvSpPr>
          <p:spPr>
            <a:xfrm>
              <a:off x="3262987" y="1611959"/>
              <a:ext cx="295910" cy="3371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kumimoji="0" lang="en-US" altLang="zh-CN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Oval 1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99088" y="3644965"/>
              <a:ext cx="404515" cy="40451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6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3"/>
              </p:custDataLst>
            </p:nvPr>
          </p:nvSpPr>
          <p:spPr>
            <a:xfrm>
              <a:off x="3353391" y="3693334"/>
              <a:ext cx="295910" cy="3371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kumimoji="0" lang="en-US" altLang="zh-CN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Oval 1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78787" y="1563590"/>
              <a:ext cx="404515" cy="40451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6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15"/>
              </p:custDataLst>
            </p:nvPr>
          </p:nvSpPr>
          <p:spPr>
            <a:xfrm>
              <a:off x="5633089" y="1611959"/>
              <a:ext cx="295910" cy="3371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endParaRPr kumimoji="0" lang="en-US" altLang="zh-CN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Oval 1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524967" y="3660353"/>
              <a:ext cx="404515" cy="40451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6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矩形 92"/>
            <p:cNvSpPr/>
            <p:nvPr>
              <p:custDataLst>
                <p:tags r:id="rId17"/>
              </p:custDataLst>
            </p:nvPr>
          </p:nvSpPr>
          <p:spPr>
            <a:xfrm>
              <a:off x="5579270" y="3708722"/>
              <a:ext cx="295910" cy="3371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1600" dirty="0" smtClean="0">
                  <a:solidFill>
                    <a:schemeClr val="bg1"/>
                  </a:solidFill>
                  <a:cs typeface="+mn-ea"/>
                  <a:sym typeface="+mn-lt"/>
                </a:rPr>
                <a:t>4</a:t>
              </a:r>
              <a:endParaRPr kumimoji="0" lang="en-US" altLang="zh-CN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4" name="Rectangle 3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873998" y="2999105"/>
            <a:ext cx="2376487" cy="47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1600" b="1" dirty="0">
                <a:solidFill>
                  <a:srgbClr val="FF6600"/>
                </a:solidFill>
                <a:latin typeface="+mn-lt"/>
                <a:ea typeface="+mn-ea"/>
                <a:cs typeface="+mn-ea"/>
                <a:sym typeface="+mn-lt"/>
              </a:rPr>
              <a:t>自主研发</a:t>
            </a:r>
            <a:r>
              <a:rPr kumimoji="0"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r">
              <a:lnSpc>
                <a:spcPct val="150000"/>
              </a:lnSpc>
            </a:pPr>
            <a:r>
              <a:rPr kumimoji="0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德星云自主研发，开发环境开放</a:t>
            </a:r>
            <a:endParaRPr kumimoji="0"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5" name="Rectangle 3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463165" y="4580255"/>
            <a:ext cx="1786890" cy="707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1600" b="1" dirty="0">
                <a:solidFill>
                  <a:srgbClr val="FF6600"/>
                </a:solidFill>
                <a:latin typeface="+mn-lt"/>
                <a:ea typeface="+mn-ea"/>
                <a:cs typeface="+mn-ea"/>
                <a:sym typeface="+mn-lt"/>
              </a:rPr>
              <a:t>维护简单</a:t>
            </a:r>
            <a:endParaRPr kumimoji="0"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r">
              <a:lnSpc>
                <a:spcPct val="150000"/>
              </a:lnSpc>
              <a:buClrTx/>
              <a:buSzTx/>
            </a:pPr>
            <a:r>
              <a:rPr kumimoji="0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台架式与机柜类测试采用模块化设计与开发，便于后期维护</a:t>
            </a:r>
            <a:endParaRPr kumimoji="0"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Rectangle 3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315723" y="2999105"/>
            <a:ext cx="2376487" cy="707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600" b="1" dirty="0" smtClean="0">
                <a:solidFill>
                  <a:srgbClr val="FF6600"/>
                </a:solidFill>
                <a:latin typeface="+mn-lt"/>
                <a:ea typeface="+mn-ea"/>
                <a:cs typeface="+mn-ea"/>
                <a:sym typeface="+mn-lt"/>
              </a:rPr>
              <a:t>操作方便</a:t>
            </a:r>
            <a:endParaRPr kumimoji="0" lang="zh-CN" altLang="en-US" sz="1600" b="1" dirty="0">
              <a:solidFill>
                <a:srgbClr val="FF66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程序模块化、标准化，自动测试与对接，便于操作。</a:t>
            </a:r>
            <a:endParaRPr kumimoji="0"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7" name="Rectangle 3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315723" y="4457144"/>
            <a:ext cx="2376488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1600" b="1" dirty="0">
                <a:solidFill>
                  <a:srgbClr val="FF6600"/>
                </a:solidFill>
                <a:latin typeface="+mn-lt"/>
                <a:ea typeface="+mn-ea"/>
                <a:cs typeface="+mn-ea"/>
                <a:sym typeface="+mn-lt"/>
              </a:rPr>
              <a:t>智能分析</a:t>
            </a:r>
            <a:endParaRPr kumimoji="0" lang="zh-CN" altLang="en-US" sz="1600" b="1" dirty="0">
              <a:solidFill>
                <a:srgbClr val="FF66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对于测试数据具有强大的分析能力，便于后续工艺参数验证与实验。</a:t>
            </a:r>
            <a:endParaRPr kumimoji="0"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6" grpId="0"/>
      <p:bldP spid="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7b785d810eb8ce5b3e6cb7e7b338ab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5364" r="25869"/>
          <a:stretch>
            <a:fillRect/>
          </a:stretch>
        </p:blipFill>
        <p:spPr>
          <a:xfrm>
            <a:off x="-4445" y="0"/>
            <a:ext cx="4839335" cy="686054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-4445" y="1270"/>
            <a:ext cx="4839970" cy="6859270"/>
          </a:xfrm>
          <a:prstGeom prst="rect">
            <a:avLst/>
          </a:prstGeom>
          <a:solidFill>
            <a:schemeClr val="tx2">
              <a:lumMod val="60000"/>
              <a:lumOff val="40000"/>
              <a:alpha val="2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4" name="组合 243"/>
          <p:cNvGrpSpPr/>
          <p:nvPr/>
        </p:nvGrpSpPr>
        <p:grpSpPr>
          <a:xfrm>
            <a:off x="9575497" y="2174967"/>
            <a:ext cx="1290871" cy="235696"/>
            <a:chOff x="8971447" y="2172617"/>
            <a:chExt cx="759125" cy="568897"/>
          </a:xfrm>
          <a:solidFill>
            <a:srgbClr val="3070BC"/>
          </a:solidFill>
        </p:grpSpPr>
        <p:sp>
          <p:nvSpPr>
            <p:cNvPr id="218" name="矩形 217"/>
            <p:cNvSpPr/>
            <p:nvPr>
              <p:custDataLst>
                <p:tags r:id="rId4"/>
              </p:custDataLst>
            </p:nvPr>
          </p:nvSpPr>
          <p:spPr>
            <a:xfrm>
              <a:off x="8971447" y="2172617"/>
              <a:ext cx="238791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19" name="矩形 218"/>
            <p:cNvSpPr/>
            <p:nvPr>
              <p:custDataLst>
                <p:tags r:id="rId5"/>
              </p:custDataLst>
            </p:nvPr>
          </p:nvSpPr>
          <p:spPr>
            <a:xfrm>
              <a:off x="9312857" y="2172617"/>
              <a:ext cx="107228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0" name="矩形 219"/>
            <p:cNvSpPr/>
            <p:nvPr>
              <p:custDataLst>
                <p:tags r:id="rId6"/>
              </p:custDataLst>
            </p:nvPr>
          </p:nvSpPr>
          <p:spPr>
            <a:xfrm>
              <a:off x="9522704" y="2172617"/>
              <a:ext cx="6746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221" name="矩形 220"/>
            <p:cNvSpPr/>
            <p:nvPr>
              <p:custDataLst>
                <p:tags r:id="rId7"/>
              </p:custDataLst>
            </p:nvPr>
          </p:nvSpPr>
          <p:spPr>
            <a:xfrm>
              <a:off x="9692788" y="2172617"/>
              <a:ext cx="37784" cy="56889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sp>
        <p:nvSpPr>
          <p:cNvPr id="245" name="TextBox 42"/>
          <p:cNvSpPr txBox="1"/>
          <p:nvPr>
            <p:custDataLst>
              <p:tags r:id="rId8"/>
            </p:custDataLst>
          </p:nvPr>
        </p:nvSpPr>
        <p:spPr>
          <a:xfrm>
            <a:off x="6286500" y="2687955"/>
            <a:ext cx="5363210" cy="767080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03 XXXX</a:t>
            </a:r>
            <a:endParaRPr lang="en-US" altLang="zh-CN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1" name="TextBox 250"/>
          <p:cNvSpPr txBox="1"/>
          <p:nvPr>
            <p:custDataLst>
              <p:tags r:id="rId9"/>
            </p:custDataLst>
          </p:nvPr>
        </p:nvSpPr>
        <p:spPr>
          <a:xfrm>
            <a:off x="7265035" y="3764915"/>
            <a:ext cx="3146425" cy="3771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91428" tIns="45713" rIns="91428" bIns="45713" rtlCol="0">
            <a:spAutoFit/>
          </a:bodyPr>
          <a:lstStyle/>
          <a:p>
            <a:r>
              <a:rPr 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真诚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实干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共进</a:t>
            </a:r>
            <a:r>
              <a:rPr lang="en-US" altLang="zh-CN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互赢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2"/>
          <p:cNvSpPr txBox="1"/>
          <p:nvPr>
            <p:custDataLst>
              <p:tags r:id="rId10"/>
            </p:custDataLst>
          </p:nvPr>
        </p:nvSpPr>
        <p:spPr>
          <a:xfrm>
            <a:off x="6327987" y="2103967"/>
            <a:ext cx="3087793" cy="33591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technical competence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6885" y="283845"/>
            <a:ext cx="83642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一级标题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二级标题</a:t>
            </a:r>
            <a:endParaRPr lang="zh-CN" altLang="en-US" sz="2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-2540" y="262890"/>
            <a:ext cx="355600" cy="421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文本框 8"/>
          <p:cNvSpPr txBox="1"/>
          <p:nvPr>
            <p:custDataLst>
              <p:tags r:id="rId2"/>
            </p:custDataLst>
          </p:nvPr>
        </p:nvSpPr>
        <p:spPr>
          <a:xfrm>
            <a:off x="627648" y="910512"/>
            <a:ext cx="8215654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400" b="1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光伏激光无损划片机</a:t>
            </a:r>
            <a:endParaRPr lang="zh-CN" altLang="en-US" sz="1400" b="1" dirty="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8555990" y="3431540"/>
            <a:ext cx="2225040" cy="2440305"/>
          </a:xfrm>
          <a:prstGeom prst="rect">
            <a:avLst/>
          </a:prstGeom>
        </p:spPr>
        <p:txBody>
          <a:bodyPr wrap="square" rtlCol="0" anchor="ctr" anchorCtr="0">
            <a:no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1400" b="1" dirty="0" smtClean="0">
                <a:solidFill>
                  <a:srgbClr val="58B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光伏激光无损划片机</a:t>
            </a:r>
            <a:endParaRPr lang="zh-CN" alt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buFont typeface="+mj-ea"/>
            </a:pPr>
            <a:endParaRPr lang="zh-CN" altLang="en-US" sz="1400" b="1" dirty="0" smtClean="0">
              <a:solidFill>
                <a:srgbClr val="BCE2F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 algn="l" fontAlgn="base">
              <a:buClrTx/>
              <a:buSzTx/>
              <a:buFont typeface="+mj-ea"/>
              <a:buAutoNum type="circleNumDbPlain"/>
            </a:pPr>
            <a:r>
              <a:rPr lang="zh-CN" altLang="en-US" sz="1200" dirty="0">
                <a:solidFill>
                  <a:srgbClr val="58B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上料工位</a:t>
            </a:r>
            <a:endParaRPr lang="zh-CN" altLang="en-US" sz="1200" dirty="0">
              <a:solidFill>
                <a:srgbClr val="58B6E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28600" indent="-228600" algn="l" fontAlgn="base">
              <a:buClrTx/>
              <a:buSzTx/>
              <a:buFont typeface="+mj-ea"/>
              <a:buAutoNum type="circleNumDbPlain"/>
            </a:pPr>
            <a:r>
              <a:rPr lang="en-US" altLang="zh-CN" sz="1200" dirty="0" smtClean="0">
                <a:solidFill>
                  <a:srgbClr val="58B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CCD</a:t>
            </a:r>
            <a:r>
              <a:rPr lang="zh-CN" altLang="en-US" sz="1200" dirty="0">
                <a:solidFill>
                  <a:srgbClr val="58B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校正</a:t>
            </a:r>
            <a:r>
              <a:rPr lang="zh-CN" altLang="en-US" sz="1200" dirty="0" smtClean="0">
                <a:solidFill>
                  <a:srgbClr val="58B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工位</a:t>
            </a:r>
            <a:endParaRPr lang="zh-CN" altLang="en-US" sz="1200" dirty="0" smtClean="0">
              <a:solidFill>
                <a:srgbClr val="58B6E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fontAlgn="base">
              <a:buClrTx/>
              <a:buSzTx/>
              <a:buFont typeface="+mj-ea"/>
              <a:buAutoNum type="circleNumDbPlain"/>
            </a:pPr>
            <a:r>
              <a:rPr lang="zh-CN" altLang="en-US" sz="1200" dirty="0">
                <a:solidFill>
                  <a:srgbClr val="57B5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下料工位</a:t>
            </a:r>
            <a:endParaRPr lang="zh-CN" altLang="en-US" sz="1200" dirty="0">
              <a:solidFill>
                <a:srgbClr val="57B5E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28600" indent="-228600" algn="l" fontAlgn="base">
              <a:buClrTx/>
              <a:buSzTx/>
              <a:buFont typeface="+mj-ea"/>
              <a:buAutoNum type="circleNumDbPlain"/>
            </a:pPr>
            <a:r>
              <a:rPr lang="zh-CN" altLang="en-US" sz="1200" dirty="0" smtClean="0">
                <a:solidFill>
                  <a:srgbClr val="57B5E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裂片工位</a:t>
            </a:r>
            <a:endParaRPr lang="zh-CN" altLang="en-US" sz="1200" dirty="0" smtClean="0">
              <a:solidFill>
                <a:srgbClr val="57B5E5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 algn="l" fontAlgn="base">
              <a:buClrTx/>
              <a:buSzTx/>
              <a:buFont typeface="+mj-ea"/>
              <a:buAutoNum type="circleNumDbPlain"/>
            </a:pPr>
            <a:r>
              <a:rPr lang="en-US" altLang="zh-CN" sz="1200" dirty="0">
                <a:solidFill>
                  <a:srgbClr val="57B5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CCD</a:t>
            </a:r>
            <a:r>
              <a:rPr lang="zh-CN" altLang="en-US" sz="1200" dirty="0">
                <a:solidFill>
                  <a:srgbClr val="57B5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检查工位</a:t>
            </a:r>
            <a:endParaRPr lang="zh-CN" altLang="en-US" sz="1200" b="1" dirty="0" smtClean="0">
              <a:solidFill>
                <a:srgbClr val="57B5E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61060" y="2221350"/>
            <a:ext cx="6938645" cy="4230250"/>
            <a:chOff x="1116" y="3289"/>
            <a:chExt cx="9836" cy="6991"/>
          </a:xfrm>
        </p:grpSpPr>
        <p:pic>
          <p:nvPicPr>
            <p:cNvPr id="21" name="图片 2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clrChange>
                <a:clrFrom>
                  <a:srgbClr val="FCFCFB">
                    <a:alpha val="100000"/>
                  </a:srgbClr>
                </a:clrFrom>
                <a:clrTo>
                  <a:srgbClr val="FCFCFB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31" y="3534"/>
              <a:ext cx="9621" cy="6746"/>
            </a:xfrm>
            <a:prstGeom prst="rect">
              <a:avLst/>
            </a:prstGeom>
          </p:spPr>
        </p:pic>
        <p:cxnSp>
          <p:nvCxnSpPr>
            <p:cNvPr id="7" name="直接箭头连接符 6"/>
            <p:cNvCxnSpPr/>
            <p:nvPr>
              <p:custDataLst>
                <p:tags r:id="rId6"/>
              </p:custDataLst>
            </p:nvPr>
          </p:nvCxnSpPr>
          <p:spPr>
            <a:xfrm>
              <a:off x="1788" y="4143"/>
              <a:ext cx="714" cy="263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/>
            <p:cNvCxnSpPr/>
            <p:nvPr>
              <p:custDataLst>
                <p:tags r:id="rId7"/>
              </p:custDataLst>
            </p:nvPr>
          </p:nvCxnSpPr>
          <p:spPr>
            <a:xfrm>
              <a:off x="4037" y="4011"/>
              <a:ext cx="337" cy="207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>
              <p:custDataLst>
                <p:tags r:id="rId8"/>
              </p:custDataLst>
            </p:nvPr>
          </p:nvCxnSpPr>
          <p:spPr>
            <a:xfrm>
              <a:off x="3031" y="4186"/>
              <a:ext cx="688" cy="308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>
              <p:custDataLst>
                <p:tags r:id="rId9"/>
              </p:custDataLst>
            </p:nvPr>
          </p:nvCxnSpPr>
          <p:spPr>
            <a:xfrm flipH="1">
              <a:off x="4948" y="3853"/>
              <a:ext cx="598" cy="342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>
              <p:custDataLst>
                <p:tags r:id="rId10"/>
              </p:custDataLst>
            </p:nvPr>
          </p:nvCxnSpPr>
          <p:spPr>
            <a:xfrm flipH="1">
              <a:off x="5750" y="3858"/>
              <a:ext cx="1355" cy="3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>
              <p:custDataLst>
                <p:tags r:id="rId11"/>
              </p:custDataLst>
            </p:nvPr>
          </p:nvSpPr>
          <p:spPr>
            <a:xfrm>
              <a:off x="1116" y="3563"/>
              <a:ext cx="1140" cy="6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①</a:t>
              </a:r>
              <a:endPara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2"/>
              </p:custDataLst>
            </p:nvPr>
          </p:nvSpPr>
          <p:spPr>
            <a:xfrm>
              <a:off x="2498" y="3474"/>
              <a:ext cx="916" cy="6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②</a:t>
              </a:r>
              <a:endPara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3"/>
              </p:custDataLst>
            </p:nvPr>
          </p:nvSpPr>
          <p:spPr>
            <a:xfrm>
              <a:off x="3473" y="3431"/>
              <a:ext cx="901" cy="6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③</a:t>
              </a:r>
              <a:endPara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5137" y="3309"/>
              <a:ext cx="1002" cy="6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④</a:t>
              </a:r>
              <a:endPara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5"/>
              </p:custDataLst>
            </p:nvPr>
          </p:nvSpPr>
          <p:spPr>
            <a:xfrm>
              <a:off x="6767" y="3289"/>
              <a:ext cx="953" cy="6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⑤</a:t>
              </a:r>
              <a:endPara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959291" y="-11900"/>
            <a:ext cx="2789028" cy="677263"/>
            <a:chOff x="14635" y="133"/>
            <a:chExt cx="4394" cy="1067"/>
          </a:xfrm>
        </p:grpSpPr>
        <p:sp>
          <p:nvSpPr>
            <p:cNvPr id="2" name="矩形 1"/>
            <p:cNvSpPr/>
            <p:nvPr>
              <p:custDataLst>
                <p:tags r:id="rId1"/>
              </p:custDataLst>
            </p:nvPr>
          </p:nvSpPr>
          <p:spPr>
            <a:xfrm>
              <a:off x="14635" y="133"/>
              <a:ext cx="4394" cy="1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 descr="德星云logo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6304" y="638"/>
              <a:ext cx="2576" cy="562"/>
            </a:xfrm>
            <a:prstGeom prst="rect">
              <a:avLst/>
            </a:prstGeom>
          </p:spPr>
        </p:pic>
      </p:grpSp>
      <p:pic>
        <p:nvPicPr>
          <p:cNvPr id="12" name="图片 11" descr="06fedf18388473325228180e187f1eb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2064"/>
            <a:ext cx="12186920" cy="532479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4171640"/>
            <a:ext cx="12197076" cy="2094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6"/>
            </p:custDataLst>
          </p:nvPr>
        </p:nvSpPr>
        <p:spPr>
          <a:xfrm>
            <a:off x="3442170" y="3633326"/>
            <a:ext cx="5217525" cy="1338717"/>
          </a:xfrm>
          <a:custGeom>
            <a:avLst/>
            <a:gdLst>
              <a:gd name="connsiteX0" fmla="*/ 0 w 5219700"/>
              <a:gd name="connsiteY0" fmla="*/ 900843 h 1339275"/>
              <a:gd name="connsiteX1" fmla="*/ 65770 w 5219700"/>
              <a:gd name="connsiteY1" fmla="*/ 900843 h 1339275"/>
              <a:gd name="connsiteX2" fmla="*/ 65770 w 5219700"/>
              <a:gd name="connsiteY2" fmla="*/ 1273505 h 1339275"/>
              <a:gd name="connsiteX3" fmla="*/ 5153930 w 5219700"/>
              <a:gd name="connsiteY3" fmla="*/ 1273505 h 1339275"/>
              <a:gd name="connsiteX4" fmla="*/ 5153930 w 5219700"/>
              <a:gd name="connsiteY4" fmla="*/ 900843 h 1339275"/>
              <a:gd name="connsiteX5" fmla="*/ 5219700 w 5219700"/>
              <a:gd name="connsiteY5" fmla="*/ 900843 h 1339275"/>
              <a:gd name="connsiteX6" fmla="*/ 5219700 w 5219700"/>
              <a:gd name="connsiteY6" fmla="*/ 1339275 h 1339275"/>
              <a:gd name="connsiteX7" fmla="*/ 0 w 5219700"/>
              <a:gd name="connsiteY7" fmla="*/ 1339275 h 1339275"/>
              <a:gd name="connsiteX8" fmla="*/ 5153930 w 5219700"/>
              <a:gd name="connsiteY8" fmla="*/ 0 h 1339275"/>
              <a:gd name="connsiteX9" fmla="*/ 5219700 w 5219700"/>
              <a:gd name="connsiteY9" fmla="*/ 0 h 1339275"/>
              <a:gd name="connsiteX10" fmla="*/ 5219700 w 5219700"/>
              <a:gd name="connsiteY10" fmla="*/ 335974 h 1339275"/>
              <a:gd name="connsiteX11" fmla="*/ 5153930 w 5219700"/>
              <a:gd name="connsiteY11" fmla="*/ 335974 h 1339275"/>
              <a:gd name="connsiteX12" fmla="*/ 0 w 5219700"/>
              <a:gd name="connsiteY12" fmla="*/ 0 h 1339275"/>
              <a:gd name="connsiteX13" fmla="*/ 65770 w 5219700"/>
              <a:gd name="connsiteY13" fmla="*/ 0 h 1339275"/>
              <a:gd name="connsiteX14" fmla="*/ 65770 w 5219700"/>
              <a:gd name="connsiteY14" fmla="*/ 335974 h 1339275"/>
              <a:gd name="connsiteX15" fmla="*/ 0 w 5219700"/>
              <a:gd name="connsiteY15" fmla="*/ 335974 h 133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219700" h="1339275">
                <a:moveTo>
                  <a:pt x="0" y="900843"/>
                </a:moveTo>
                <a:lnTo>
                  <a:pt x="65770" y="900843"/>
                </a:lnTo>
                <a:lnTo>
                  <a:pt x="65770" y="1273505"/>
                </a:lnTo>
                <a:lnTo>
                  <a:pt x="5153930" y="1273505"/>
                </a:lnTo>
                <a:lnTo>
                  <a:pt x="5153930" y="900843"/>
                </a:lnTo>
                <a:lnTo>
                  <a:pt x="5219700" y="900843"/>
                </a:lnTo>
                <a:lnTo>
                  <a:pt x="5219700" y="1339275"/>
                </a:lnTo>
                <a:lnTo>
                  <a:pt x="0" y="1339275"/>
                </a:lnTo>
                <a:close/>
                <a:moveTo>
                  <a:pt x="5153930" y="0"/>
                </a:moveTo>
                <a:lnTo>
                  <a:pt x="5219700" y="0"/>
                </a:lnTo>
                <a:lnTo>
                  <a:pt x="5219700" y="335974"/>
                </a:lnTo>
                <a:lnTo>
                  <a:pt x="5153930" y="335974"/>
                </a:lnTo>
                <a:close/>
                <a:moveTo>
                  <a:pt x="0" y="0"/>
                </a:moveTo>
                <a:lnTo>
                  <a:pt x="65770" y="0"/>
                </a:lnTo>
                <a:lnTo>
                  <a:pt x="65770" y="335974"/>
                </a:lnTo>
                <a:lnTo>
                  <a:pt x="0" y="33597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820816" y="4260503"/>
            <a:ext cx="4151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让制造更简单</a:t>
            </a:r>
            <a:endParaRPr lang="zh-CN" altLang="en-US" sz="32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3685540" y="5302250"/>
            <a:ext cx="4816475" cy="12420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7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苏州德星云智能装备有限公司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7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Suzhou Tech-Shine lntelligent Equipment Co.,Ltd.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7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地址：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苏州市相城区经济技术开发区</a:t>
            </a: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 2" panose="05020102010507070707" pitchFamily="18" charset="2"/>
              </a:rPr>
              <a:t>北桥街道徐家观路6号</a:t>
            </a: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7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DIAGRAM_VIRTUALLY_FRAME" val="{&quot;height&quot;:288.0828346456693,&quot;left&quot;:463.42842519685036,&quot;top&quot;:160.5179527559055,&quot;width&quot;:284.9715748031496}"/>
</p:tagLst>
</file>

<file path=ppt/tags/tag34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35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36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37.xml><?xml version="1.0" encoding="utf-8"?>
<p:tagLst xmlns:p="http://schemas.openxmlformats.org/presentationml/2006/main">
  <p:tag name="KSO_WM_DIAGRAM_VIRTUALLY_FRAME" val="{&quot;height&quot;:288.0828346456693,&quot;left&quot;:463.42842519685036,&quot;top&quot;:160.5179527559055,&quot;width&quot;:284.9715748031496}"/>
</p:tagLst>
</file>

<file path=ppt/tags/tag38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39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0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1.xml><?xml version="1.0" encoding="utf-8"?>
<p:tagLst xmlns:p="http://schemas.openxmlformats.org/presentationml/2006/main">
  <p:tag name="KSO_WM_DIAGRAM_VIRTUALLY_FRAME" val="{&quot;height&quot;:288.0828346456693,&quot;left&quot;:463.42842519685036,&quot;top&quot;:160.5179527559055,&quot;width&quot;:284.9715748031496}"/>
</p:tagLst>
</file>

<file path=ppt/tags/tag42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3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5.xml><?xml version="1.0" encoding="utf-8"?>
<p:tagLst xmlns:p="http://schemas.openxmlformats.org/presentationml/2006/main">
  <p:tag name="KSO_WM_DIAGRAM_VIRTUALLY_FRAME" val="{&quot;height&quot;:288.0828346456693,&quot;left&quot;:463.42842519685036,&quot;top&quot;:160.5179527559055,&quot;width&quot;:284.9715748031496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7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49.xml><?xml version="1.0" encoding="utf-8"?>
<p:tagLst xmlns:p="http://schemas.openxmlformats.org/presentationml/2006/main">
  <p:tag name="KSO_WM_DIAGRAM_VIRTUALLY_FRAME" val="{&quot;height&quot;:288.0828346456693,&quot;left&quot;:463.42842519685036,&quot;top&quot;:160.5179527559055,&quot;width&quot;:284.9715748031496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288.0828346456693,&quot;left&quot;:463.42842519685036,&quot;top&quot;:160.5179527559055,&quot;width&quot;:284.9715748031496}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PLACING_PICTURE_USER_VIEWPORT" val="{&quot;height&quot;:6390,&quot;width&quot;:8790}"/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DIAGRAM_VIRTUALLY_FRAME" val="{&quot;height&quot;:233.4,&quot;left&quot;:74.45,&quot;top&quot;:179.5,&quot;width&quot;:490.4}"/>
</p:tagLst>
</file>

<file path=ppt/tags/tag61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2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3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4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5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6.xml><?xml version="1.0" encoding="utf-8"?>
<p:tagLst xmlns:p="http://schemas.openxmlformats.org/presentationml/2006/main">
  <p:tag name="KSO_WM_DIAGRAM_VIRTUALLY_FRAME" val="{&quot;height&quot;:233.4,&quot;left&quot;:74.45,&quot;top&quot;:179.5,&quot;width&quot;:490.4}"/>
</p:tagLst>
</file>

<file path=ppt/tags/tag67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8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2.xml><?xml version="1.0" encoding="utf-8"?>
<p:tagLst xmlns:p="http://schemas.openxmlformats.org/presentationml/2006/main">
  <p:tag name="KSO_WM_DIAGRAM_VIRTUALLY_FRAME" val="{&quot;height&quot;:233.4,&quot;left&quot;:74.45,&quot;top&quot;:179.5,&quot;width&quot;:490.4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78.xml><?xml version="1.0" encoding="utf-8"?>
<p:tagLst xmlns:p="http://schemas.openxmlformats.org/presentationml/2006/main">
  <p:tag name="KSO_WM_DIAGRAM_VIRTUALLY_FRAME" val="{&quot;height&quot;:233.4,&quot;left&quot;:74.45,&quot;top&quot;:179.5,&quot;width&quot;:490.4}"/>
</p:tagLst>
</file>

<file path=ppt/tags/tag79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33.4,&quot;left&quot;:74.45,&quot;top&quot;:179.5,&quot;width&quot;:490.4}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07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08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09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0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1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2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3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4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5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6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7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8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19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20.xml><?xml version="1.0" encoding="utf-8"?>
<p:tagLst xmlns:p="http://schemas.openxmlformats.org/presentationml/2006/main">
  <p:tag name="KSO_WM_DIAGRAM_VIRTUALLY_FRAME" val="{&quot;height&quot;:180.7121133858267,&quot;left&quot;:374.13066141732287,&quot;top&quot;:259.82497086614177,&quot;width&quot;:527.782912171916}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PP_MARK_KEY" val="bc7e1ddf-3c85-4aa5-9728-ef5629570be7"/>
  <p:tag name="COMMONDATA" val="eyJoZGlkIjoiOTQxYmQyZGIxMGM3ODM0NDA0Y2E3YjFjYjcwZTZlZDIifQ=="/>
  <p:tag name="commondata" val="eyJoZGlkIjoiNWFmZjVkNmY1YzVjNmU4ZmQzOTM0MzFiOTliNzJhMWYifQ=="/>
</p:tagLst>
</file>

<file path=ppt/theme/theme1.xml><?xml version="1.0" encoding="utf-8"?>
<a:theme xmlns:a="http://schemas.openxmlformats.org/drawingml/2006/main" name="2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WPS 演示</Application>
  <PresentationFormat>自定义</PresentationFormat>
  <Paragraphs>183</Paragraphs>
  <Slides>13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Tahoma</vt:lpstr>
      <vt:lpstr>Microsoft YaHei UI</vt:lpstr>
      <vt:lpstr>Calibri</vt:lpstr>
      <vt:lpstr>Arial Unicode MS</vt:lpstr>
      <vt:lpstr>Wingdings 2</vt:lpstr>
      <vt:lpstr>汉仪铁线黑-45简</vt:lpstr>
      <vt:lpstr>黑体</vt:lpstr>
      <vt:lpstr>AvantGarde Bk BT</vt:lpstr>
      <vt:lpstr>Segoe Print</vt:lpstr>
      <vt:lpstr>新宋体</vt:lpstr>
      <vt:lpstr>方正姚体</vt:lpstr>
      <vt:lpstr>幼圆</vt:lpstr>
      <vt:lpstr>2_自定义设计方案</vt:lpstr>
      <vt:lpstr>自定义设计方案</vt:lpstr>
      <vt:lpstr>1_自定义设计方案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sungrow</dc:creator>
  <cp:lastModifiedBy>DQ</cp:lastModifiedBy>
  <cp:revision>3513</cp:revision>
  <dcterms:created xsi:type="dcterms:W3CDTF">2016-08-01T08:35:00Z</dcterms:created>
  <dcterms:modified xsi:type="dcterms:W3CDTF">2025-08-28T02:06:54Z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953D3095F1FA49BAA029EACF1E9F5F86_13</vt:lpwstr>
  </property>
</Properties>
</file>