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7123" cy="6858914"/>
  <p:notesSz cx="6858914" cy="1218712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7123" cy="120700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pic>
        <p:nvPicPr>
          <p:cNvPr id="3" name="Image 0" descr="D:\Work\Vision-PPT-main-v2.2.1\artifacts\ppt-template\extracted-media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20574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64992" y="292608"/>
            <a:ext cx="5440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苏州德星云智能装备有限公司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160520" y="749808"/>
            <a:ext cx="3840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8F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新能源智能制造解决方案服务商</a:t>
            </a:r>
            <a:endParaRPr lang="en-US" sz="900" dirty="0"/>
          </a:p>
        </p:txBody>
      </p:sp>
      <p:pic>
        <p:nvPicPr>
          <p:cNvPr id="6" name="Image 1" descr="D:\Work\Vision-PPT-main-v2.2.1\artifacts\ppt-template\extracted-media\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008"/>
            <a:ext cx="12187123" cy="47731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4754880"/>
            <a:ext cx="12187123" cy="1225296"/>
          </a:xfrm>
          <a:prstGeom prst="rect">
            <a:avLst/>
          </a:prstGeom>
          <a:solidFill>
            <a:srgbClr val="000000">
              <a:alpha val="32000"/>
            </a:srgbClr>
          </a:solidFill>
          <a:ln w="8890">
            <a:solidFill>
              <a:srgbClr val="0000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127248" y="1847088"/>
            <a:ext cx="5943600" cy="676656"/>
          </a:xfrm>
          <a:prstGeom prst="rect">
            <a:avLst/>
          </a:prstGeom>
          <a:solidFill>
            <a:srgbClr val="FFFFFF">
              <a:alpha val="86000"/>
            </a:srgbClr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83280" y="2029968"/>
            <a:ext cx="5440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{{project_name}}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86384" y="5550408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项目编号：{{project_code}}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328416" y="5550408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客户：{{customer}}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897880" y="5550408"/>
            <a:ext cx="20574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报告人：{{responsible}}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211312" y="5550408"/>
            <a:ext cx="19659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日期：{{date_formatted}}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0241280" y="5550408"/>
            <a:ext cx="14173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密级：{{security_level}}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7123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7132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384048"/>
            <a:ext cx="548640" cy="0"/>
          </a:xfrm>
          <a:prstGeom prst="line">
            <a:avLst/>
          </a:prstGeom>
          <a:noFill/>
          <a:ln w="25400">
            <a:solidFill>
              <a:srgbClr val="F05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146304"/>
            <a:ext cx="5852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512064"/>
            <a:ext cx="4937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自动替换项目级字段，作为上传模板的全局首页</a:t>
            </a:r>
            <a:endParaRPr lang="en-US" sz="900" dirty="0"/>
          </a:p>
        </p:txBody>
      </p:sp>
      <p:pic>
        <p:nvPicPr>
          <p:cNvPr id="7" name="Image 0" descr="D:\Work\Vision-PPT-main-v2.2.1\artifacts\ppt-template\extracted-media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20574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969264"/>
            <a:ext cx="73152" cy="5230368"/>
          </a:xfrm>
          <a:prstGeom prst="rect">
            <a:avLst/>
          </a:prstGeom>
          <a:solidFill>
            <a:srgbClr val="F05A28"/>
          </a:solidFill>
          <a:ln w="8890">
            <a:solidFill>
              <a:srgbClr val="F05A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987552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" y="1024128"/>
            <a:ext cx="47548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{{project_name}}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86384" y="1499616"/>
            <a:ext cx="4754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{{customer}}  |  项目编号 {{project_code}}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04672" y="1938528"/>
            <a:ext cx="1965960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9264" y="2075688"/>
            <a:ext cx="16367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{{workstation_count}}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69264" y="2505456"/>
            <a:ext cx="16367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工位数量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99232" y="1938528"/>
            <a:ext cx="1965960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163824" y="2075688"/>
            <a:ext cx="16367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{{total_module_count}}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163824" y="2505456"/>
            <a:ext cx="16367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检测模块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193792" y="1938528"/>
            <a:ext cx="1965960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58384" y="2075688"/>
            <a:ext cx="16367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{{camera_count}}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5358384" y="2505456"/>
            <a:ext cx="16367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相机数量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388352" y="1938528"/>
            <a:ext cx="1965960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552944" y="2075688"/>
            <a:ext cx="163677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{{total_hardware_count}}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552944" y="2505456"/>
            <a:ext cx="16367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硬件总数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710928" y="1024128"/>
            <a:ext cx="1783080" cy="499262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66960" y="1261872"/>
            <a:ext cx="12618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方案标签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985248" y="1783080"/>
            <a:ext cx="123444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{{product_process}}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912096" y="2578608"/>
            <a:ext cx="13716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质量策略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{{quality_strategy}}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966960" y="3493008"/>
            <a:ext cx="126187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规格版本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{{spec_version}}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930384" y="4334256"/>
            <a:ext cx="1335024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生成日期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{{generated_date}}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4672" y="3310128"/>
            <a:ext cx="8549640" cy="2359152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24128" y="3584448"/>
            <a:ext cx="8101584" cy="347472"/>
          </a:xfrm>
          <a:prstGeom prst="rect">
            <a:avLst/>
          </a:prstGeom>
          <a:solidFill>
            <a:srgbClr val="F7FAFD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52144" y="3657600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客户名称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2377440" y="3630168"/>
            <a:ext cx="65928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{{customer}}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024128" y="3986784"/>
            <a:ext cx="810158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52144" y="4059936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项目描述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377440" y="4032504"/>
            <a:ext cx="65928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{{description}}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024128" y="4389120"/>
            <a:ext cx="3913632" cy="347472"/>
          </a:xfrm>
          <a:prstGeom prst="rect">
            <a:avLst/>
          </a:prstGeom>
          <a:solidFill>
            <a:srgbClr val="F7FAFD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52144" y="4462272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视觉负责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2377440" y="4434840"/>
            <a:ext cx="240487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{{vision_responsible}}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138928" y="4389120"/>
            <a:ext cx="398678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66944" y="4462272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销售负责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492240" y="4434840"/>
            <a:ext cx="24780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{{sales_responsible}}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1024128" y="4791456"/>
            <a:ext cx="8101584" cy="347472"/>
          </a:xfrm>
          <a:prstGeom prst="rect">
            <a:avLst/>
          </a:prstGeom>
          <a:solidFill>
            <a:srgbClr val="F7FAFD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52144" y="4864608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时间版本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2377440" y="4837176"/>
            <a:ext cx="659282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{{date_formatted}} / {{generated_time}}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40080" y="6473952"/>
            <a:ext cx="10899648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" y="6547104"/>
            <a:ext cx="4480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TECH-SHINE  |  新能源智能制造解决方案服务商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1045952" y="6510528"/>
            <a:ext cx="4389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7123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7132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384048"/>
            <a:ext cx="548640" cy="0"/>
          </a:xfrm>
          <a:prstGeom prst="line">
            <a:avLst/>
          </a:prstGeom>
          <a:noFill/>
          <a:ln w="25400">
            <a:solidFill>
              <a:srgbClr val="F05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146304"/>
            <a:ext cx="5852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工位概览 / Basic Info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512064"/>
            <a:ext cx="4937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映射为 basic_info，生成时会按每个工位复制</a:t>
            </a:r>
            <a:endParaRPr lang="en-US" sz="900" dirty="0"/>
          </a:p>
        </p:txBody>
      </p:sp>
      <p:pic>
        <p:nvPicPr>
          <p:cNvPr id="7" name="Image 0" descr="D:\Work\Vision-PPT-main-v2.2.1\artifacts\ppt-template\extracted-media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20574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969264"/>
            <a:ext cx="73152" cy="5230368"/>
          </a:xfrm>
          <a:prstGeom prst="rect">
            <a:avLst/>
          </a:prstGeom>
          <a:solidFill>
            <a:srgbClr val="F05A28"/>
          </a:solidFill>
          <a:ln w="8890">
            <a:solidFill>
              <a:srgbClr val="F05A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987552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1042416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 {{index}}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" y="1389888"/>
            <a:ext cx="52120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{{name}}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822960" y="1874520"/>
            <a:ext cx="51206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 {{code}}  |  类型 {{type_label}}</a:t>
            </a:r>
            <a:endParaRPr lang="en-US" sz="1000" dirty="0"/>
          </a:p>
        </p:txBody>
      </p:sp>
      <p:pic>
        <p:nvPicPr>
          <p:cNvPr id="13" name="Image 1" descr="D:\Work\Vision-PPT-main-v2.2.1\artifacts\ppt-template\extracted-media\image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1243584"/>
            <a:ext cx="4114800" cy="2514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11696" y="1097280"/>
            <a:ext cx="4526280" cy="2852928"/>
          </a:xfrm>
          <a:prstGeom prst="rect">
            <a:avLst/>
          </a:prstGeom>
          <a:solidFill>
            <a:srgbClr val="F7FAFC">
              <a:alpha val="96000"/>
            </a:srgbClr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22592" y="3675888"/>
            <a:ext cx="39136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Image2 / 系统生成图承载区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04672" y="2505456"/>
            <a:ext cx="5321808" cy="3035808"/>
          </a:xfrm>
          <a:prstGeom prst="rect">
            <a:avLst/>
          </a:prstGeom>
          <a:solidFill>
            <a:srgbClr val="F7FAFC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024128" y="2761488"/>
            <a:ext cx="4882896" cy="347472"/>
          </a:xfrm>
          <a:prstGeom prst="rect">
            <a:avLst/>
          </a:prstGeom>
          <a:solidFill>
            <a:srgbClr val="F7FAFD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52144" y="2834640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节拍时间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2377440" y="2807208"/>
            <a:ext cx="33741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{{cycle_time}} 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1024128" y="3163824"/>
            <a:ext cx="4882896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52144" y="3236976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拍照次数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2377440" y="3209544"/>
            <a:ext cx="33741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{{shot_count}} 次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1024128" y="3566160"/>
            <a:ext cx="4882896" cy="347472"/>
          </a:xfrm>
          <a:prstGeom prst="rect">
            <a:avLst/>
          </a:prstGeom>
          <a:solidFill>
            <a:srgbClr val="F7FAFD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52144" y="3639312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模块数量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2377440" y="3611880"/>
            <a:ext cx="33741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{{module_count}} 个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1024128" y="3968496"/>
            <a:ext cx="4882896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152144" y="4041648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观测目标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2377440" y="4014216"/>
            <a:ext cx="33741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{{observation_target}}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1024128" y="4370832"/>
            <a:ext cx="4882896" cy="347472"/>
          </a:xfrm>
          <a:prstGeom prst="rect">
            <a:avLst/>
          </a:prstGeom>
          <a:solidFill>
            <a:srgbClr val="F7FAFD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152144" y="4443984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运动描述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2377440" y="4416552"/>
            <a:ext cx="33741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{{motion_description}}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1024128" y="4773168"/>
            <a:ext cx="4882896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152144" y="4846320"/>
            <a:ext cx="11430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风险备注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2377440" y="4818888"/>
            <a:ext cx="3374136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{{risk_notes}}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6711696" y="4261104"/>
            <a:ext cx="4526280" cy="1280160"/>
          </a:xfrm>
          <a:prstGeom prst="rect">
            <a:avLst/>
          </a:prstGeom>
          <a:solidFill>
            <a:srgbClr val="132E57"/>
          </a:solidFill>
          <a:ln w="8890">
            <a:solidFill>
              <a:srgbClr val="132E57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022592" y="4480560"/>
            <a:ext cx="98755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关键判断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7022592" y="4800600"/>
            <a:ext cx="3703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9E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本页使用工位级占位符：{{name}}、{{code}}、{{cycle_time}} 等。上传后会自动映射为工位基础信息页。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640080" y="6473952"/>
            <a:ext cx="10899648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58368" y="6547104"/>
            <a:ext cx="4480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TECH-SHINE  |  新能源智能制造解决方案服务商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11045952" y="6510528"/>
            <a:ext cx="4389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7123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7132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384048"/>
            <a:ext cx="548640" cy="0"/>
          </a:xfrm>
          <a:prstGeom prst="line">
            <a:avLst/>
          </a:prstGeom>
          <a:noFill/>
          <a:ln w="25400">
            <a:solidFill>
              <a:srgbClr val="F05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146304"/>
            <a:ext cx="5852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产品与模块示意 / Product &amp;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512064"/>
            <a:ext cx="4937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映射为 product_schematic，承接产品标注图与模块示意图</a:t>
            </a:r>
            <a:endParaRPr lang="en-US" sz="900" dirty="0"/>
          </a:p>
        </p:txBody>
      </p:sp>
      <p:pic>
        <p:nvPicPr>
          <p:cNvPr id="7" name="Image 0" descr="D:\Work\Vision-PPT-main-v2.2.1\artifacts\ppt-template\extracted-media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20574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969264"/>
            <a:ext cx="73152" cy="5230368"/>
          </a:xfrm>
          <a:prstGeom prst="rect">
            <a:avLst/>
          </a:prstGeom>
          <a:solidFill>
            <a:srgbClr val="F05A28"/>
          </a:solidFill>
          <a:ln w="8890">
            <a:solidFill>
              <a:srgbClr val="F05A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987552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672" y="1298448"/>
            <a:ext cx="5047488" cy="3108960"/>
          </a:xfrm>
          <a:prstGeom prst="rect">
            <a:avLst/>
          </a:prstGeom>
          <a:solidFill>
            <a:srgbClr val="F3F7FB"/>
          </a:solidFill>
          <a:ln w="13970">
            <a:solidFill>
              <a:srgbClr val="AFC8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824" y="1371600"/>
            <a:ext cx="4901184" cy="2962656"/>
          </a:xfrm>
          <a:prstGeom prst="rect">
            <a:avLst/>
          </a:prstGeom>
          <a:solidFill>
            <a:srgbClr val="FFFFFF"/>
          </a:solidFill>
          <a:ln w="7620">
            <a:solidFill>
              <a:srgbClr val="D9E5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706624"/>
            <a:ext cx="46451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{{img:product_snapshot}}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2688" y="4114800"/>
            <a:ext cx="47914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产品标注图 {{img:product_snapshot}}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99632" y="1298448"/>
            <a:ext cx="5047488" cy="3108960"/>
          </a:xfrm>
          <a:prstGeom prst="rect">
            <a:avLst/>
          </a:prstGeom>
          <a:solidFill>
            <a:srgbClr val="F3F7FB"/>
          </a:solidFill>
          <a:ln w="13970">
            <a:solidFill>
              <a:srgbClr val="AFC8E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72784" y="1371600"/>
            <a:ext cx="4901184" cy="2962656"/>
          </a:xfrm>
          <a:prstGeom prst="rect">
            <a:avLst/>
          </a:prstGeom>
          <a:solidFill>
            <a:srgbClr val="FFFFFF"/>
          </a:solidFill>
          <a:ln w="7620">
            <a:solidFill>
              <a:srgbClr val="D9E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706624"/>
            <a:ext cx="46451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{{img:schematic_image}}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27648" y="4114800"/>
            <a:ext cx="479145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模块示意图 {{img:schematic_image}}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04672" y="4773168"/>
            <a:ext cx="10442448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24128" y="4956048"/>
            <a:ext cx="8412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模块列表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993392" y="4882896"/>
            <a:ext cx="8759952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{{#modules}}模块 {{mod_index}}：{{mod_name}}｜{{mod_type_label}}｜触发：{{mod_trigger_label}}｜处理：{{mod_processing_time}}ms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{{/modules}}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0080" y="6473952"/>
            <a:ext cx="10899648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6547104"/>
            <a:ext cx="4480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TECH-SHINE  |  新能源智能制造解决方案服务商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045952" y="6510528"/>
            <a:ext cx="4389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7123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7132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384048"/>
            <a:ext cx="548640" cy="0"/>
          </a:xfrm>
          <a:prstGeom prst="line">
            <a:avLst/>
          </a:prstGeom>
          <a:noFill/>
          <a:ln w="25400">
            <a:solidFill>
              <a:srgbClr val="F05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146304"/>
            <a:ext cx="5852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机械布局三视图 / Three Views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512064"/>
            <a:ext cx="4937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映射为 three_view，图片占位符会替换成系统保存的布局图</a:t>
            </a:r>
            <a:endParaRPr lang="en-US" sz="900" dirty="0"/>
          </a:p>
        </p:txBody>
      </p:sp>
      <p:pic>
        <p:nvPicPr>
          <p:cNvPr id="7" name="Image 0" descr="D:\Work\Vision-PPT-main-v2.2.1\artifacts\ppt-template\extracted-media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20574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969264"/>
            <a:ext cx="73152" cy="5230368"/>
          </a:xfrm>
          <a:prstGeom prst="rect">
            <a:avLst/>
          </a:prstGeom>
          <a:solidFill>
            <a:srgbClr val="F05A28"/>
          </a:solidFill>
          <a:ln w="8890">
            <a:solidFill>
              <a:srgbClr val="F05A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987552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86384" y="1325880"/>
            <a:ext cx="3401568" cy="2880360"/>
          </a:xfrm>
          <a:prstGeom prst="rect">
            <a:avLst/>
          </a:prstGeom>
          <a:solidFill>
            <a:srgbClr val="F3F7FB"/>
          </a:solidFill>
          <a:ln w="13970">
            <a:solidFill>
              <a:srgbClr val="AFC8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1399032"/>
            <a:ext cx="3255264" cy="2734056"/>
          </a:xfrm>
          <a:prstGeom prst="rect">
            <a:avLst/>
          </a:prstGeom>
          <a:solidFill>
            <a:srgbClr val="FFFFFF"/>
          </a:solidFill>
          <a:ln w="7620">
            <a:solidFill>
              <a:srgbClr val="D9E5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619756"/>
            <a:ext cx="29992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{{img:front_view}}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3913632"/>
            <a:ext cx="31455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正视图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462272" y="1325880"/>
            <a:ext cx="3401568" cy="2880360"/>
          </a:xfrm>
          <a:prstGeom prst="rect">
            <a:avLst/>
          </a:prstGeom>
          <a:solidFill>
            <a:srgbClr val="F3F7FB"/>
          </a:solidFill>
          <a:ln w="13970">
            <a:solidFill>
              <a:srgbClr val="AFC8E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35424" y="1399032"/>
            <a:ext cx="3255264" cy="2734056"/>
          </a:xfrm>
          <a:prstGeom prst="rect">
            <a:avLst/>
          </a:prstGeom>
          <a:solidFill>
            <a:srgbClr val="FFFFFF"/>
          </a:solidFill>
          <a:ln w="7620">
            <a:solidFill>
              <a:srgbClr val="D9E5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619756"/>
            <a:ext cx="29992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{{img:side_view}}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90288" y="3913632"/>
            <a:ext cx="31455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侧视图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138160" y="1325880"/>
            <a:ext cx="3401568" cy="2880360"/>
          </a:xfrm>
          <a:prstGeom prst="rect">
            <a:avLst/>
          </a:prstGeom>
          <a:solidFill>
            <a:srgbClr val="F3F7FB"/>
          </a:solidFill>
          <a:ln w="13970">
            <a:solidFill>
              <a:srgbClr val="AFC8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11312" y="1399032"/>
            <a:ext cx="3255264" cy="2734056"/>
          </a:xfrm>
          <a:prstGeom prst="rect">
            <a:avLst/>
          </a:prstGeom>
          <a:solidFill>
            <a:srgbClr val="FFFFFF"/>
          </a:solidFill>
          <a:ln w="7620">
            <a:solidFill>
              <a:srgbClr val="D9E5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39328" y="2619756"/>
            <a:ext cx="299923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{{img:top_view}}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266176" y="3913632"/>
            <a:ext cx="3145536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俯视图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86384" y="4517136"/>
            <a:ext cx="10753344" cy="1078992"/>
          </a:xfrm>
          <a:prstGeom prst="rect">
            <a:avLst/>
          </a:prstGeom>
          <a:solidFill>
            <a:srgbClr val="F7FAFC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60704" y="4681728"/>
            <a:ext cx="2286000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225296" y="4818888"/>
            <a:ext cx="195681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{{ws_layout_size}}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1225296" y="5248656"/>
            <a:ext cx="19568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布局尺寸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703320" y="4681728"/>
            <a:ext cx="2057400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867912" y="4818888"/>
            <a:ext cx="172821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{{ws_camera_count}}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3867912" y="5248656"/>
            <a:ext cx="17282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工位相机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108192" y="4681728"/>
            <a:ext cx="2057400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272784" y="4818888"/>
            <a:ext cx="172821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{{lens_count}}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6272784" y="5248656"/>
            <a:ext cx="17282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项目镜头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513064" y="4681728"/>
            <a:ext cx="2057400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8677656" y="4818888"/>
            <a:ext cx="1728216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{{light_count}}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8677656" y="5248656"/>
            <a:ext cx="17282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项目光源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40080" y="6473952"/>
            <a:ext cx="10899648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" y="6547104"/>
            <a:ext cx="4480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TECH-SHINE  |  新能源智能制造解决方案服务商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11045952" y="6510528"/>
            <a:ext cx="4389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7123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7132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384048"/>
            <a:ext cx="548640" cy="0"/>
          </a:xfrm>
          <a:prstGeom prst="line">
            <a:avLst/>
          </a:prstGeom>
          <a:noFill/>
          <a:ln w="25400">
            <a:solidFill>
              <a:srgbClr val="F05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146304"/>
            <a:ext cx="5852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技术要求 / Technical Requirements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512064"/>
            <a:ext cx="4937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映射为 technical_requirements，沉淀检测目标、运动方式与风险点</a:t>
            </a:r>
            <a:endParaRPr lang="en-US" sz="900" dirty="0"/>
          </a:p>
        </p:txBody>
      </p:sp>
      <p:pic>
        <p:nvPicPr>
          <p:cNvPr id="7" name="Image 0" descr="D:\Work\Vision-PPT-main-v2.2.1\artifacts\ppt-template\extracted-media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20574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969264"/>
            <a:ext cx="73152" cy="5230368"/>
          </a:xfrm>
          <a:prstGeom prst="rect">
            <a:avLst/>
          </a:prstGeom>
          <a:solidFill>
            <a:srgbClr val="F05A28"/>
          </a:solidFill>
          <a:ln w="8890">
            <a:solidFill>
              <a:srgbClr val="F05A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987552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86384" y="1207008"/>
            <a:ext cx="4882896" cy="4334256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1481328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检测目标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" y="1828800"/>
            <a:ext cx="4187952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{{observation_target}}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24128" y="2615184"/>
            <a:ext cx="4224528" cy="0"/>
          </a:xfrm>
          <a:prstGeom prst="line">
            <a:avLst/>
          </a:prstGeom>
          <a:noFill/>
          <a:ln w="8890">
            <a:solidFill>
              <a:srgbClr val="DCE6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4128" y="2871216"/>
            <a:ext cx="13716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运动/检测方式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" y="3218688"/>
            <a:ext cx="4187952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{{motion_description}}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24128" y="4261104"/>
            <a:ext cx="8229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风险备注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24128" y="4590288"/>
            <a:ext cx="418795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{{risk_notes}}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98464" y="1207008"/>
            <a:ext cx="5358384" cy="4334256"/>
          </a:xfrm>
          <a:prstGeom prst="rect">
            <a:avLst/>
          </a:prstGeom>
          <a:solidFill>
            <a:srgbClr val="132E57"/>
          </a:solidFill>
          <a:ln w="8890">
            <a:solidFill>
              <a:srgbClr val="132E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1481328"/>
            <a:ext cx="18288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模块检测清单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09360" y="1920240"/>
            <a:ext cx="4526280" cy="3154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{{#modules}}• {{mod_index}}  {{mod_name}}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类型：{{mod_type_label}} / ROI：{{mod_roi_strategy}} / 处理上限：{{mod_processing_time}}ms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EAF2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{{/modules}}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640080" y="6473952"/>
            <a:ext cx="10899648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" y="6547104"/>
            <a:ext cx="4480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TECH-SHINE  |  新能源智能制造解决方案服务商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045952" y="6510528"/>
            <a:ext cx="4389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7123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7132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384048"/>
            <a:ext cx="548640" cy="0"/>
          </a:xfrm>
          <a:prstGeom prst="line">
            <a:avLst/>
          </a:prstGeom>
          <a:noFill/>
          <a:ln w="25400">
            <a:solidFill>
              <a:srgbClr val="F05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146304"/>
            <a:ext cx="5852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光学方案 / Optical Solution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512064"/>
            <a:ext cx="4937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映射为 optical_solution，展示相机、镜头、光源与控制器清单</a:t>
            </a:r>
            <a:endParaRPr lang="en-US" sz="900" dirty="0"/>
          </a:p>
        </p:txBody>
      </p:sp>
      <p:pic>
        <p:nvPicPr>
          <p:cNvPr id="7" name="Image 0" descr="D:\Work\Vision-PPT-main-v2.2.1\artifacts\ppt-template\extracted-media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20574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969264"/>
            <a:ext cx="73152" cy="5230368"/>
          </a:xfrm>
          <a:prstGeom prst="rect">
            <a:avLst/>
          </a:prstGeom>
          <a:solidFill>
            <a:srgbClr val="F05A28"/>
          </a:solidFill>
          <a:ln w="8890">
            <a:solidFill>
              <a:srgbClr val="F05A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987552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4672" y="1207008"/>
            <a:ext cx="1865376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9264" y="1344168"/>
            <a:ext cx="15361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5F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{{camera_count}}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69264" y="1773936"/>
            <a:ext cx="1536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889504" y="1207008"/>
            <a:ext cx="1865376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054096" y="1344168"/>
            <a:ext cx="15361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7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{{lens_count}}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054096" y="1773936"/>
            <a:ext cx="1536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74336" y="1207008"/>
            <a:ext cx="1865376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38928" y="1344168"/>
            <a:ext cx="15361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{{light_count}}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138928" y="1773936"/>
            <a:ext cx="1536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光源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059168" y="1207008"/>
            <a:ext cx="1865376" cy="969264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  <a:effectLst>
            <a:outerShdw sx="100000" sy="100000" kx="0" ky="0" algn="bl" rotWithShape="0" blurRad="12700" dist="50800" dir="2700000">
              <a:srgbClr val="D2DAE6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223760" y="1344168"/>
            <a:ext cx="15361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{{controller_count}}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7223760" y="1773936"/>
            <a:ext cx="1536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418320" y="1097280"/>
            <a:ext cx="1755648" cy="1316736"/>
          </a:xfrm>
          <a:prstGeom prst="rect">
            <a:avLst/>
          </a:prstGeom>
          <a:solidFill>
            <a:srgbClr val="132E57"/>
          </a:solidFill>
          <a:ln w="8890">
            <a:solidFill>
              <a:srgbClr val="132E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74352" y="1408176"/>
            <a:ext cx="124358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工位相机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{{ws_camera_count}}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04672" y="2761488"/>
            <a:ext cx="5047488" cy="2670048"/>
          </a:xfrm>
          <a:prstGeom prst="rect">
            <a:avLst/>
          </a:prstGeom>
          <a:solidFill>
            <a:srgbClr val="F7FAFC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24128" y="2999232"/>
            <a:ext cx="11704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 / 镜头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24128" y="3401568"/>
            <a:ext cx="4407408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{{#hardware.cameras}}相机 {{index}}｜{{brand}} {{model}}｜{{resolution}}｜{{interface}}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{{/hardware.cameras}}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{{#hardware.lenses}}镜头 {{index}}｜{{brand}} {{model}}｜{{focal_length}}｜{{mount}}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{{/hardware.lenses}}</a:t>
            </a:r>
            <a:endParaRPr lang="en-US" sz="820" dirty="0"/>
          </a:p>
        </p:txBody>
      </p:sp>
      <p:sp>
        <p:nvSpPr>
          <p:cNvPr id="27" name="Shape 24"/>
          <p:cNvSpPr/>
          <p:nvPr/>
        </p:nvSpPr>
        <p:spPr>
          <a:xfrm>
            <a:off x="6199632" y="2761488"/>
            <a:ext cx="5047488" cy="2670048"/>
          </a:xfrm>
          <a:prstGeom prst="rect">
            <a:avLst/>
          </a:prstGeom>
          <a:solidFill>
            <a:srgbClr val="F7FAFC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19088" y="2999232"/>
            <a:ext cx="13533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光源 / 控制器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19088" y="3401568"/>
            <a:ext cx="4407408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{{#hardware.lights}}光源 {{index}}｜{{brand}} {{model}}｜{{type}}｜{{color}}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{{/hardware.lights}}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{{#hardware.controllers}}控制器 {{index}}｜{{brand}} {{model}}｜{{cpu}}｜{{memory}}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{{/hardware.controllers}}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640080" y="6473952"/>
            <a:ext cx="10899648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6547104"/>
            <a:ext cx="4480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TECH-SHINE  |  新能源智能制造解决方案服务商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1045952" y="6510528"/>
            <a:ext cx="4389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7123" cy="804672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713232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384048"/>
            <a:ext cx="548640" cy="0"/>
          </a:xfrm>
          <a:prstGeom prst="line">
            <a:avLst/>
          </a:prstGeom>
          <a:noFill/>
          <a:ln w="25400">
            <a:solidFill>
              <a:srgbClr val="F05A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146304"/>
            <a:ext cx="58521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BOM 清单 / Global Hardware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011680" y="512064"/>
            <a:ext cx="4937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全局页不参与工位复制，直接替换项目硬件循环字段</a:t>
            </a:r>
            <a:endParaRPr lang="en-US" sz="900" dirty="0"/>
          </a:p>
        </p:txBody>
      </p:sp>
      <p:pic>
        <p:nvPicPr>
          <p:cNvPr id="7" name="Image 0" descr="D:\Work\Vision-PPT-main-v2.2.1\artifacts\ppt-template\extracted-media\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1168"/>
            <a:ext cx="2057400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969264"/>
            <a:ext cx="73152" cy="5230368"/>
          </a:xfrm>
          <a:prstGeom prst="rect">
            <a:avLst/>
          </a:prstGeom>
          <a:solidFill>
            <a:srgbClr val="F05A28"/>
          </a:solidFill>
          <a:ln w="8890">
            <a:solidFill>
              <a:srgbClr val="F05A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987552"/>
            <a:ext cx="3657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5A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86384" y="1115568"/>
            <a:ext cx="10716768" cy="4553712"/>
          </a:xfrm>
          <a:prstGeom prst="rect">
            <a:avLst/>
          </a:prstGeom>
          <a:solidFill>
            <a:srgbClr val="FFFFFF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1353312"/>
            <a:ext cx="1188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硬件总览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78992" y="1847088"/>
            <a:ext cx="9893808" cy="3127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{{#hardware.cameras}}相机 {{index}}｜{{brand}} {{model}}｜{{resolution}}｜{{sensor_size}}｜{{interface}}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{{/hardware.cameras}}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{{#hardware.lenses}}镜头 {{index}}｜{{brand}} {{model}}｜{{focal_length}}｜{{mount}}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{{/hardware.lenses}}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{{#hardware.lights}}光源 {{index}}｜{{brand}} {{model}}｜{{type}}｜{{color}}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{{/hardware.lights}}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{{#hardware.controllers}}控制器 {{index}}｜{{brand}} {{model}}｜{{cpu}}｜{{memory}}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0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{{/hardware.controllers}}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24128" y="5120640"/>
            <a:ext cx="9966960" cy="310896"/>
          </a:xfrm>
          <a:prstGeom prst="rect">
            <a:avLst/>
          </a:prstGeom>
          <a:solidFill>
            <a:srgbClr val="EEF5FA"/>
          </a:solidFill>
          <a:ln w="8890">
            <a:solidFill>
              <a:srgbClr val="DCE6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5212080"/>
            <a:ext cx="95554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本页保留未映射，生成时只输出一次；工位页由第 3-7 页映射复制。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640080" y="6473952"/>
            <a:ext cx="10899648" cy="0"/>
          </a:xfrm>
          <a:prstGeom prst="line">
            <a:avLst/>
          </a:prstGeom>
          <a:noFill/>
          <a:ln w="7620">
            <a:solidFill>
              <a:srgbClr val="D6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6547104"/>
            <a:ext cx="44805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TECH-SHINE  |  新能源智能制造解决方案服务商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045952" y="6510528"/>
            <a:ext cx="4389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32E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\Vision-PPT-main-v2.2.1\artifacts\ppt-template\extracted-media\image9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7406640" y="0"/>
            <a:ext cx="4782312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7123" cy="6858914"/>
          </a:xfrm>
          <a:prstGeom prst="rect">
            <a:avLst/>
          </a:prstGeom>
          <a:solidFill>
            <a:srgbClr val="0C1B33">
              <a:alpha val="98000"/>
            </a:srgbClr>
          </a:solidFill>
          <a:ln w="8890">
            <a:solidFill>
              <a:srgbClr val="0C1B33"/>
            </a:solidFill>
            <a:prstDash val="solid"/>
          </a:ln>
        </p:spPr>
      </p:sp>
      <p:pic>
        <p:nvPicPr>
          <p:cNvPr id="4" name="Image 1" descr="D:\Work\Vision-PPT-main-v2.2.1\artifacts\ppt-template\extracted-media\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01168"/>
            <a:ext cx="20574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6384" y="1298448"/>
            <a:ext cx="47548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真诚  实干  共进  互赢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822960" y="1755648"/>
            <a:ext cx="3474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EA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technical competence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804672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822960" y="3657600"/>
            <a:ext cx="52120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9EA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{{project_name}}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41248" y="4096512"/>
            <a:ext cx="2651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FC8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生成日期：{{generated_date}}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41248" y="4645152"/>
            <a:ext cx="4078224" cy="0"/>
          </a:xfrm>
          <a:prstGeom prst="line">
            <a:avLst/>
          </a:prstGeom>
          <a:noFill/>
          <a:ln w="25400">
            <a:solidFill>
              <a:srgbClr val="F05A2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1248" y="4919472"/>
            <a:ext cx="3474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苏州德星云智能装备有限公司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苏州德星云智能装备有限公司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德星云上传模板 - 可解析版</dc:title>
  <dc:subject>上传模板占位符与页面映射示例</dc:subject>
  <dc:creator>Codex</dc:creator>
  <cp:lastModifiedBy>Codex</cp:lastModifiedBy>
  <cp:revision>1</cp:revision>
  <dcterms:created xsi:type="dcterms:W3CDTF">2026-05-18T06:59:36Z</dcterms:created>
  <dcterms:modified xsi:type="dcterms:W3CDTF">2026-05-18T06:59:36Z</dcterms:modified>
</cp:coreProperties>
</file>